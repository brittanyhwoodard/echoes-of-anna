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32" r:id="rId1"/>
  </p:sldMasterIdLst>
  <p:notesMasterIdLst>
    <p:notesMasterId r:id="rId18"/>
  </p:notesMasterIdLst>
  <p:sldIdLst>
    <p:sldId id="257" r:id="rId2"/>
    <p:sldId id="258" r:id="rId3"/>
    <p:sldId id="259" r:id="rId4"/>
    <p:sldId id="261" r:id="rId5"/>
    <p:sldId id="262" r:id="rId6"/>
    <p:sldId id="263" r:id="rId7"/>
    <p:sldId id="264" r:id="rId8"/>
    <p:sldId id="265" r:id="rId9"/>
    <p:sldId id="266" r:id="rId10"/>
    <p:sldId id="267" r:id="rId11"/>
    <p:sldId id="268" r:id="rId12"/>
    <p:sldId id="269" r:id="rId13"/>
    <p:sldId id="270" r:id="rId14"/>
    <p:sldId id="271" r:id="rId15"/>
    <p:sldId id="272" r:id="rId16"/>
    <p:sldId id="273" r:id="rId1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99"/>
    <a:srgbClr val="A0E3B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87" autoAdjust="0"/>
    <p:restoredTop sz="94616" autoAdjust="0"/>
  </p:normalViewPr>
  <p:slideViewPr>
    <p:cSldViewPr snapToGrid="0">
      <p:cViewPr varScale="1">
        <p:scale>
          <a:sx n="111" d="100"/>
          <a:sy n="111" d="100"/>
        </p:scale>
        <p:origin x="534" y="96"/>
      </p:cViewPr>
      <p:guideLst/>
    </p:cSldViewPr>
  </p:slideViewPr>
  <p:outlineViewPr>
    <p:cViewPr>
      <p:scale>
        <a:sx n="33" d="100"/>
        <a:sy n="33" d="100"/>
      </p:scale>
      <p:origin x="0" y="0"/>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367BEC9-002B-4687-A6E8-CA07188249A9}" type="datetimeFigureOut">
              <a:rPr lang="en-US" smtClean="0"/>
              <a:t>12/1/2025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DEF2E9A-40B7-43DA-8F77-056B86D964CD}" type="slidenum">
              <a:rPr lang="en-US" smtClean="0"/>
              <a:t>‹#›</a:t>
            </a:fld>
            <a:endParaRPr lang="en-US"/>
          </a:p>
        </p:txBody>
      </p:sp>
    </p:spTree>
    <p:extLst>
      <p:ext uri="{BB962C8B-B14F-4D97-AF65-F5344CB8AC3E}">
        <p14:creationId xmlns:p14="http://schemas.microsoft.com/office/powerpoint/2010/main" val="360005128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This project focuses entirely on storytelling, emotion, and player agency rather than typical RPGs. It’s really meant to be more of an experience than a game, which has steadily become a more solid genre of game in recent years. </a:t>
            </a:r>
          </a:p>
          <a:p>
            <a:endParaRPr lang="en-US" dirty="0"/>
          </a:p>
        </p:txBody>
      </p:sp>
      <p:sp>
        <p:nvSpPr>
          <p:cNvPr id="4" name="Slide Number Placeholder 3"/>
          <p:cNvSpPr>
            <a:spLocks noGrp="1"/>
          </p:cNvSpPr>
          <p:nvPr>
            <p:ph type="sldNum" sz="quarter" idx="5"/>
          </p:nvPr>
        </p:nvSpPr>
        <p:spPr/>
        <p:txBody>
          <a:bodyPr/>
          <a:lstStyle/>
          <a:p>
            <a:fld id="{5DEF2E9A-40B7-43DA-8F77-056B86D964CD}" type="slidenum">
              <a:rPr lang="en-US" smtClean="0"/>
              <a:t>1</a:t>
            </a:fld>
            <a:endParaRPr lang="en-US"/>
          </a:p>
        </p:txBody>
      </p:sp>
    </p:spTree>
    <p:extLst>
      <p:ext uri="{BB962C8B-B14F-4D97-AF65-F5344CB8AC3E}">
        <p14:creationId xmlns:p14="http://schemas.microsoft.com/office/powerpoint/2010/main" val="130072205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Emphasize “I wanted every choice to actually </a:t>
            </a:r>
            <a:r>
              <a:rPr lang="en-US" i="1" dirty="0"/>
              <a:t>do</a:t>
            </a:r>
            <a:r>
              <a:rPr lang="en-US" dirty="0"/>
              <a:t> something.” Mention inspiration: text adventures, interactive fiction, branching storytelling, passion for writing.</a:t>
            </a:r>
          </a:p>
        </p:txBody>
      </p:sp>
      <p:sp>
        <p:nvSpPr>
          <p:cNvPr id="4" name="Slide Number Placeholder 3"/>
          <p:cNvSpPr>
            <a:spLocks noGrp="1"/>
          </p:cNvSpPr>
          <p:nvPr>
            <p:ph type="sldNum" sz="quarter" idx="5"/>
          </p:nvPr>
        </p:nvSpPr>
        <p:spPr/>
        <p:txBody>
          <a:bodyPr/>
          <a:lstStyle/>
          <a:p>
            <a:fld id="{5DEF2E9A-40B7-43DA-8F77-056B86D964CD}" type="slidenum">
              <a:rPr lang="en-US" smtClean="0"/>
              <a:t>2</a:t>
            </a:fld>
            <a:endParaRPr lang="en-US"/>
          </a:p>
        </p:txBody>
      </p:sp>
    </p:spTree>
    <p:extLst>
      <p:ext uri="{BB962C8B-B14F-4D97-AF65-F5344CB8AC3E}">
        <p14:creationId xmlns:p14="http://schemas.microsoft.com/office/powerpoint/2010/main" val="16716102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connect to why </a:t>
            </a:r>
            <a:r>
              <a:rPr lang="en-US" i="1" dirty="0"/>
              <a:t>you personally</a:t>
            </a:r>
            <a:r>
              <a:rPr lang="en-US" dirty="0"/>
              <a:t> wanted meaningful branching. (Games where you have to pick between saving 2 character and whoever you save dies anyway, </a:t>
            </a:r>
            <a:r>
              <a:rPr lang="en-US" dirty="0" err="1"/>
              <a:t>etc</a:t>
            </a:r>
            <a:r>
              <a:rPr lang="en-US" dirty="0"/>
              <a:t>)</a:t>
            </a:r>
          </a:p>
        </p:txBody>
      </p:sp>
      <p:sp>
        <p:nvSpPr>
          <p:cNvPr id="4" name="Slide Number Placeholder 3"/>
          <p:cNvSpPr>
            <a:spLocks noGrp="1"/>
          </p:cNvSpPr>
          <p:nvPr>
            <p:ph type="sldNum" sz="quarter" idx="5"/>
          </p:nvPr>
        </p:nvSpPr>
        <p:spPr/>
        <p:txBody>
          <a:bodyPr/>
          <a:lstStyle/>
          <a:p>
            <a:fld id="{5DEF2E9A-40B7-43DA-8F77-056B86D964CD}" type="slidenum">
              <a:rPr lang="en-US" smtClean="0"/>
              <a:t>3</a:t>
            </a:fld>
            <a:endParaRPr lang="en-US"/>
          </a:p>
        </p:txBody>
      </p:sp>
    </p:spTree>
    <p:extLst>
      <p:ext uri="{BB962C8B-B14F-4D97-AF65-F5344CB8AC3E}">
        <p14:creationId xmlns:p14="http://schemas.microsoft.com/office/powerpoint/2010/main" val="175515522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how you approached complexity in a solo-dev project. As I really started outlining what I wanted for this project, even boiled down as simple as I could make it, I landed on focuses on Act I as a sort of proof of concept.</a:t>
            </a:r>
          </a:p>
        </p:txBody>
      </p:sp>
      <p:sp>
        <p:nvSpPr>
          <p:cNvPr id="4" name="Slide Number Placeholder 3"/>
          <p:cNvSpPr>
            <a:spLocks noGrp="1"/>
          </p:cNvSpPr>
          <p:nvPr>
            <p:ph type="sldNum" sz="quarter" idx="5"/>
          </p:nvPr>
        </p:nvSpPr>
        <p:spPr/>
        <p:txBody>
          <a:bodyPr/>
          <a:lstStyle/>
          <a:p>
            <a:fld id="{5DEF2E9A-40B7-43DA-8F77-056B86D964CD}" type="slidenum">
              <a:rPr lang="en-US" smtClean="0"/>
              <a:t>4</a:t>
            </a:fld>
            <a:endParaRPr lang="en-US"/>
          </a:p>
        </p:txBody>
      </p:sp>
    </p:spTree>
    <p:extLst>
      <p:ext uri="{BB962C8B-B14F-4D97-AF65-F5344CB8AC3E}">
        <p14:creationId xmlns:p14="http://schemas.microsoft.com/office/powerpoint/2010/main" val="429483672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 about your “triangle” variables and how they shape future dialogue without revealing everything.</a:t>
            </a:r>
          </a:p>
        </p:txBody>
      </p:sp>
      <p:sp>
        <p:nvSpPr>
          <p:cNvPr id="4" name="Slide Number Placeholder 3"/>
          <p:cNvSpPr>
            <a:spLocks noGrp="1"/>
          </p:cNvSpPr>
          <p:nvPr>
            <p:ph type="sldNum" sz="quarter" idx="5"/>
          </p:nvPr>
        </p:nvSpPr>
        <p:spPr/>
        <p:txBody>
          <a:bodyPr/>
          <a:lstStyle/>
          <a:p>
            <a:fld id="{5DEF2E9A-40B7-43DA-8F77-056B86D964CD}" type="slidenum">
              <a:rPr lang="en-US" smtClean="0"/>
              <a:t>5</a:t>
            </a:fld>
            <a:endParaRPr lang="en-US"/>
          </a:p>
        </p:txBody>
      </p:sp>
    </p:spTree>
    <p:extLst>
      <p:ext uri="{BB962C8B-B14F-4D97-AF65-F5344CB8AC3E}">
        <p14:creationId xmlns:p14="http://schemas.microsoft.com/office/powerpoint/2010/main" val="249069923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Mention how these functions guided the prototype structure. Note that Ink made the dialogue system and choice/consequence tracking very straightforward</a:t>
            </a:r>
          </a:p>
        </p:txBody>
      </p:sp>
      <p:sp>
        <p:nvSpPr>
          <p:cNvPr id="4" name="Slide Number Placeholder 3"/>
          <p:cNvSpPr>
            <a:spLocks noGrp="1"/>
          </p:cNvSpPr>
          <p:nvPr>
            <p:ph type="sldNum" sz="quarter" idx="5"/>
          </p:nvPr>
        </p:nvSpPr>
        <p:spPr/>
        <p:txBody>
          <a:bodyPr/>
          <a:lstStyle/>
          <a:p>
            <a:fld id="{5DEF2E9A-40B7-43DA-8F77-056B86D964CD}" type="slidenum">
              <a:rPr lang="en-US" smtClean="0"/>
              <a:t>6</a:t>
            </a:fld>
            <a:endParaRPr lang="en-US"/>
          </a:p>
        </p:txBody>
      </p:sp>
    </p:spTree>
    <p:extLst>
      <p:ext uri="{BB962C8B-B14F-4D97-AF65-F5344CB8AC3E}">
        <p14:creationId xmlns:p14="http://schemas.microsoft.com/office/powerpoint/2010/main" val="321043514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why readability mattered so much (your game is entirely text). Talk about matching the theme of the game while still being legible. Mention possible font options in a full release</a:t>
            </a:r>
          </a:p>
        </p:txBody>
      </p:sp>
      <p:sp>
        <p:nvSpPr>
          <p:cNvPr id="4" name="Slide Number Placeholder 3"/>
          <p:cNvSpPr>
            <a:spLocks noGrp="1"/>
          </p:cNvSpPr>
          <p:nvPr>
            <p:ph type="sldNum" sz="quarter" idx="5"/>
          </p:nvPr>
        </p:nvSpPr>
        <p:spPr/>
        <p:txBody>
          <a:bodyPr/>
          <a:lstStyle/>
          <a:p>
            <a:fld id="{5DEF2E9A-40B7-43DA-8F77-056B86D964CD}" type="slidenum">
              <a:rPr lang="en-US" smtClean="0"/>
              <a:t>7</a:t>
            </a:fld>
            <a:endParaRPr lang="en-US"/>
          </a:p>
        </p:txBody>
      </p:sp>
    </p:spTree>
    <p:extLst>
      <p:ext uri="{BB962C8B-B14F-4D97-AF65-F5344CB8AC3E}">
        <p14:creationId xmlns:p14="http://schemas.microsoft.com/office/powerpoint/2010/main" val="237572123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Briefly explain your design choices: color palette, font choices, spacing. Mention how you matched UI tone to narrative tone. </a:t>
            </a:r>
          </a:p>
        </p:txBody>
      </p:sp>
      <p:sp>
        <p:nvSpPr>
          <p:cNvPr id="4" name="Slide Number Placeholder 3"/>
          <p:cNvSpPr>
            <a:spLocks noGrp="1"/>
          </p:cNvSpPr>
          <p:nvPr>
            <p:ph type="sldNum" sz="quarter" idx="5"/>
          </p:nvPr>
        </p:nvSpPr>
        <p:spPr/>
        <p:txBody>
          <a:bodyPr/>
          <a:lstStyle/>
          <a:p>
            <a:fld id="{5DEF2E9A-40B7-43DA-8F77-056B86D964CD}" type="slidenum">
              <a:rPr lang="en-US" smtClean="0"/>
              <a:t>8</a:t>
            </a:fld>
            <a:endParaRPr lang="en-US"/>
          </a:p>
        </p:txBody>
      </p:sp>
    </p:spTree>
    <p:extLst>
      <p:ext uri="{BB962C8B-B14F-4D97-AF65-F5344CB8AC3E}">
        <p14:creationId xmlns:p14="http://schemas.microsoft.com/office/powerpoint/2010/main" val="195925172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that the </a:t>
            </a:r>
            <a:r>
              <a:rPr lang="en-US" dirty="0" err="1"/>
              <a:t>figma</a:t>
            </a:r>
            <a:r>
              <a:rPr lang="en-US" dirty="0"/>
              <a:t> part of the prototype is purely to showcase the UI, hence it being such a small part of Act I, which bring us to the next slide where I’ll talk about Ink.</a:t>
            </a:r>
          </a:p>
        </p:txBody>
      </p:sp>
      <p:sp>
        <p:nvSpPr>
          <p:cNvPr id="4" name="Slide Number Placeholder 3"/>
          <p:cNvSpPr>
            <a:spLocks noGrp="1"/>
          </p:cNvSpPr>
          <p:nvPr>
            <p:ph type="sldNum" sz="quarter" idx="5"/>
          </p:nvPr>
        </p:nvSpPr>
        <p:spPr/>
        <p:txBody>
          <a:bodyPr/>
          <a:lstStyle/>
          <a:p>
            <a:fld id="{5DEF2E9A-40B7-43DA-8F77-056B86D964CD}" type="slidenum">
              <a:rPr lang="en-US" smtClean="0"/>
              <a:t>9</a:t>
            </a:fld>
            <a:endParaRPr lang="en-US"/>
          </a:p>
        </p:txBody>
      </p:sp>
    </p:spTree>
    <p:extLst>
      <p:ext uri="{BB962C8B-B14F-4D97-AF65-F5344CB8AC3E}">
        <p14:creationId xmlns:p14="http://schemas.microsoft.com/office/powerpoint/2010/main" val="376366518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what Ink is and why you chose it. Markup is great for structuring content, easy to get started with while still having very advanced capabilities that can support a game with the branching complexity you’re looking for. Needed middleware between the story and game engine and Ink is perfect fit, designed for branching stories specifically. Testing as you go is a great advantage, integrations are very useful.</a:t>
            </a:r>
          </a:p>
        </p:txBody>
      </p:sp>
      <p:sp>
        <p:nvSpPr>
          <p:cNvPr id="4" name="Slide Number Placeholder 3"/>
          <p:cNvSpPr>
            <a:spLocks noGrp="1"/>
          </p:cNvSpPr>
          <p:nvPr>
            <p:ph type="sldNum" sz="quarter" idx="5"/>
          </p:nvPr>
        </p:nvSpPr>
        <p:spPr/>
        <p:txBody>
          <a:bodyPr/>
          <a:lstStyle/>
          <a:p>
            <a:fld id="{5DEF2E9A-40B7-43DA-8F77-056B86D964CD}" type="slidenum">
              <a:rPr lang="en-US" smtClean="0"/>
              <a:t>10</a:t>
            </a:fld>
            <a:endParaRPr lang="en-US"/>
          </a:p>
        </p:txBody>
      </p:sp>
    </p:spTree>
    <p:extLst>
      <p:ext uri="{BB962C8B-B14F-4D97-AF65-F5344CB8AC3E}">
        <p14:creationId xmlns:p14="http://schemas.microsoft.com/office/powerpoint/2010/main" val="168747756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Briefly explain these key parts of the editor and how intuitive it was to use</a:t>
            </a:r>
          </a:p>
        </p:txBody>
      </p:sp>
      <p:sp>
        <p:nvSpPr>
          <p:cNvPr id="4" name="Slide Number Placeholder 3"/>
          <p:cNvSpPr>
            <a:spLocks noGrp="1"/>
          </p:cNvSpPr>
          <p:nvPr>
            <p:ph type="sldNum" sz="quarter" idx="5"/>
          </p:nvPr>
        </p:nvSpPr>
        <p:spPr/>
        <p:txBody>
          <a:bodyPr/>
          <a:lstStyle/>
          <a:p>
            <a:fld id="{5DEF2E9A-40B7-43DA-8F77-056B86D964CD}" type="slidenum">
              <a:rPr lang="en-US" smtClean="0"/>
              <a:t>11</a:t>
            </a:fld>
            <a:endParaRPr lang="en-US"/>
          </a:p>
        </p:txBody>
      </p:sp>
    </p:spTree>
    <p:extLst>
      <p:ext uri="{BB962C8B-B14F-4D97-AF65-F5344CB8AC3E}">
        <p14:creationId xmlns:p14="http://schemas.microsoft.com/office/powerpoint/2010/main" val="67138519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very simplified flow of what it looks like to start a new playthrough, behind the scenes the branching is more complex and variables are involved. Describe how Figma simulates screens while Ink controls logic behind game</a:t>
            </a:r>
          </a:p>
        </p:txBody>
      </p:sp>
      <p:sp>
        <p:nvSpPr>
          <p:cNvPr id="4" name="Slide Number Placeholder 3"/>
          <p:cNvSpPr>
            <a:spLocks noGrp="1"/>
          </p:cNvSpPr>
          <p:nvPr>
            <p:ph type="sldNum" sz="quarter" idx="5"/>
          </p:nvPr>
        </p:nvSpPr>
        <p:spPr/>
        <p:txBody>
          <a:bodyPr/>
          <a:lstStyle/>
          <a:p>
            <a:fld id="{5DEF2E9A-40B7-43DA-8F77-056B86D964CD}" type="slidenum">
              <a:rPr lang="en-US" smtClean="0"/>
              <a:t>12</a:t>
            </a:fld>
            <a:endParaRPr lang="en-US"/>
          </a:p>
        </p:txBody>
      </p:sp>
    </p:spTree>
    <p:extLst>
      <p:ext uri="{BB962C8B-B14F-4D97-AF65-F5344CB8AC3E}">
        <p14:creationId xmlns:p14="http://schemas.microsoft.com/office/powerpoint/2010/main" val="224597546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Story does not branch here but its importance comes from the hidden variables that will have an effect later (explain in what ways) Talk a little about how variables will impact the whole story</a:t>
            </a:r>
          </a:p>
        </p:txBody>
      </p:sp>
      <p:sp>
        <p:nvSpPr>
          <p:cNvPr id="4" name="Slide Number Placeholder 3"/>
          <p:cNvSpPr>
            <a:spLocks noGrp="1"/>
          </p:cNvSpPr>
          <p:nvPr>
            <p:ph type="sldNum" sz="quarter" idx="5"/>
          </p:nvPr>
        </p:nvSpPr>
        <p:spPr/>
        <p:txBody>
          <a:bodyPr/>
          <a:lstStyle/>
          <a:p>
            <a:fld id="{5DEF2E9A-40B7-43DA-8F77-056B86D964CD}" type="slidenum">
              <a:rPr lang="en-US" smtClean="0"/>
              <a:t>13</a:t>
            </a:fld>
            <a:endParaRPr lang="en-US"/>
          </a:p>
        </p:txBody>
      </p:sp>
    </p:spTree>
    <p:extLst>
      <p:ext uri="{BB962C8B-B14F-4D97-AF65-F5344CB8AC3E}">
        <p14:creationId xmlns:p14="http://schemas.microsoft.com/office/powerpoint/2010/main" val="96724645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 about finding a good tool -&gt; Ink was perfect but let to it’s own struggles (debugging and learning how it worked + how to use it) -&gt; At the start I overestimated how much I could do on my own, had to pivot from Unity demo to very simple Figma one and only got Act I fully fleshed out rather than the whole story (didn’t expect to do the WHOLE thing but still) goals turned into proof of concept/a good plan and outline -&gt; Talk about UI -&gt; Talk about not wanting story to be boring</a:t>
            </a:r>
          </a:p>
        </p:txBody>
      </p:sp>
      <p:sp>
        <p:nvSpPr>
          <p:cNvPr id="4" name="Slide Number Placeholder 3"/>
          <p:cNvSpPr>
            <a:spLocks noGrp="1"/>
          </p:cNvSpPr>
          <p:nvPr>
            <p:ph type="sldNum" sz="quarter" idx="5"/>
          </p:nvPr>
        </p:nvSpPr>
        <p:spPr/>
        <p:txBody>
          <a:bodyPr/>
          <a:lstStyle/>
          <a:p>
            <a:fld id="{5DEF2E9A-40B7-43DA-8F77-056B86D964CD}" type="slidenum">
              <a:rPr lang="en-US" smtClean="0"/>
              <a:t>14</a:t>
            </a:fld>
            <a:endParaRPr lang="en-US"/>
          </a:p>
        </p:txBody>
      </p:sp>
    </p:spTree>
    <p:extLst>
      <p:ext uri="{BB962C8B-B14F-4D97-AF65-F5344CB8AC3E}">
        <p14:creationId xmlns:p14="http://schemas.microsoft.com/office/powerpoint/2010/main" val="264927588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Hint at emotional arcs or themes you want to explore. Talk about implementing fully reactive storylines.</a:t>
            </a:r>
          </a:p>
        </p:txBody>
      </p:sp>
      <p:sp>
        <p:nvSpPr>
          <p:cNvPr id="4" name="Slide Number Placeholder 3"/>
          <p:cNvSpPr>
            <a:spLocks noGrp="1"/>
          </p:cNvSpPr>
          <p:nvPr>
            <p:ph type="sldNum" sz="quarter" idx="5"/>
          </p:nvPr>
        </p:nvSpPr>
        <p:spPr/>
        <p:txBody>
          <a:bodyPr/>
          <a:lstStyle/>
          <a:p>
            <a:fld id="{5DEF2E9A-40B7-43DA-8F77-056B86D964CD}" type="slidenum">
              <a:rPr lang="en-US" smtClean="0"/>
              <a:t>15</a:t>
            </a:fld>
            <a:endParaRPr lang="en-US"/>
          </a:p>
        </p:txBody>
      </p:sp>
    </p:spTree>
    <p:extLst>
      <p:ext uri="{BB962C8B-B14F-4D97-AF65-F5344CB8AC3E}">
        <p14:creationId xmlns:p14="http://schemas.microsoft.com/office/powerpoint/2010/main" val="100175709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Last closing statement and sign off</a:t>
            </a:r>
          </a:p>
        </p:txBody>
      </p:sp>
      <p:sp>
        <p:nvSpPr>
          <p:cNvPr id="4" name="Slide Number Placeholder 3"/>
          <p:cNvSpPr>
            <a:spLocks noGrp="1"/>
          </p:cNvSpPr>
          <p:nvPr>
            <p:ph type="sldNum" sz="quarter" idx="5"/>
          </p:nvPr>
        </p:nvSpPr>
        <p:spPr/>
        <p:txBody>
          <a:bodyPr/>
          <a:lstStyle/>
          <a:p>
            <a:fld id="{5DEF2E9A-40B7-43DA-8F77-056B86D964CD}" type="slidenum">
              <a:rPr lang="en-US" smtClean="0"/>
              <a:t>16</a:t>
            </a:fld>
            <a:endParaRPr lang="en-US"/>
          </a:p>
        </p:txBody>
      </p:sp>
    </p:spTree>
    <p:extLst>
      <p:ext uri="{BB962C8B-B14F-4D97-AF65-F5344CB8AC3E}">
        <p14:creationId xmlns:p14="http://schemas.microsoft.com/office/powerpoint/2010/main" val="290159501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7F11D5B1-D586-486A-82B6-5CD7D942FF44}" type="datetimeFigureOut">
              <a:rPr lang="en-US" smtClean="0"/>
              <a:t>12/1/2025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85B7E13-9CE4-44D2-A8C1-2013D3A5FF04}" type="slidenum">
              <a:rPr lang="en-US" smtClean="0"/>
              <a:t>‹#›</a:t>
            </a:fld>
            <a:endParaRPr lang="en-US"/>
          </a:p>
        </p:txBody>
      </p:sp>
    </p:spTree>
    <p:extLst>
      <p:ext uri="{BB962C8B-B14F-4D97-AF65-F5344CB8AC3E}">
        <p14:creationId xmlns:p14="http://schemas.microsoft.com/office/powerpoint/2010/main" val="10335946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F11D5B1-D586-486A-82B6-5CD7D942FF44}" type="datetimeFigureOut">
              <a:rPr lang="en-US" smtClean="0"/>
              <a:t>12/1/2025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85B7E13-9CE4-44D2-A8C1-2013D3A5FF04}" type="slidenum">
              <a:rPr lang="en-US" smtClean="0"/>
              <a:t>‹#›</a:t>
            </a:fld>
            <a:endParaRPr lang="en-US"/>
          </a:p>
        </p:txBody>
      </p:sp>
    </p:spTree>
    <p:extLst>
      <p:ext uri="{BB962C8B-B14F-4D97-AF65-F5344CB8AC3E}">
        <p14:creationId xmlns:p14="http://schemas.microsoft.com/office/powerpoint/2010/main" val="57119488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shade val="82000"/>
                  </a:schemeClr>
                </a:solidFill>
              </a:defRPr>
            </a:lvl1pPr>
            <a:lvl2pPr marL="457200" indent="0">
              <a:buNone/>
              <a:defRPr sz="2000">
                <a:solidFill>
                  <a:schemeClr val="tx1">
                    <a:shade val="82000"/>
                  </a:schemeClr>
                </a:solidFill>
              </a:defRPr>
            </a:lvl2pPr>
            <a:lvl3pPr marL="914400" indent="0">
              <a:buNone/>
              <a:defRPr sz="1800">
                <a:solidFill>
                  <a:schemeClr val="tx1">
                    <a:shade val="82000"/>
                  </a:schemeClr>
                </a:solidFill>
              </a:defRPr>
            </a:lvl3pPr>
            <a:lvl4pPr marL="1371600" indent="0">
              <a:buNone/>
              <a:defRPr sz="1600">
                <a:solidFill>
                  <a:schemeClr val="tx1">
                    <a:shade val="82000"/>
                  </a:schemeClr>
                </a:solidFill>
              </a:defRPr>
            </a:lvl4pPr>
            <a:lvl5pPr marL="1828800" indent="0">
              <a:buNone/>
              <a:defRPr sz="1600">
                <a:solidFill>
                  <a:schemeClr val="tx1">
                    <a:shade val="82000"/>
                  </a:schemeClr>
                </a:solidFill>
              </a:defRPr>
            </a:lvl5pPr>
            <a:lvl6pPr marL="2286000" indent="0">
              <a:buNone/>
              <a:defRPr sz="1600">
                <a:solidFill>
                  <a:schemeClr val="tx1">
                    <a:shade val="82000"/>
                  </a:schemeClr>
                </a:solidFill>
              </a:defRPr>
            </a:lvl6pPr>
            <a:lvl7pPr marL="2743200" indent="0">
              <a:buNone/>
              <a:defRPr sz="1600">
                <a:solidFill>
                  <a:schemeClr val="tx1">
                    <a:shade val="82000"/>
                  </a:schemeClr>
                </a:solidFill>
              </a:defRPr>
            </a:lvl7pPr>
            <a:lvl8pPr marL="3200400" indent="0">
              <a:buNone/>
              <a:defRPr sz="1600">
                <a:solidFill>
                  <a:schemeClr val="tx1">
                    <a:shade val="82000"/>
                  </a:schemeClr>
                </a:solidFill>
              </a:defRPr>
            </a:lvl8pPr>
            <a:lvl9pPr marL="3657600" indent="0">
              <a:buNone/>
              <a:defRPr sz="1600">
                <a:solidFill>
                  <a:schemeClr val="tx1">
                    <a:shade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F11D5B1-D586-486A-82B6-5CD7D942FF44}" type="datetimeFigureOut">
              <a:rPr lang="en-US" smtClean="0"/>
              <a:t>12/1/2025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85B7E13-9CE4-44D2-A8C1-2013D3A5FF04}" type="slidenum">
              <a:rPr lang="en-US" smtClean="0"/>
              <a:t>‹#›</a:t>
            </a:fld>
            <a:endParaRPr lang="en-US"/>
          </a:p>
        </p:txBody>
      </p:sp>
    </p:spTree>
    <p:extLst>
      <p:ext uri="{BB962C8B-B14F-4D97-AF65-F5344CB8AC3E}">
        <p14:creationId xmlns:p14="http://schemas.microsoft.com/office/powerpoint/2010/main" val="244712433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7F11D5B1-D586-486A-82B6-5CD7D942FF44}" type="datetimeFigureOut">
              <a:rPr lang="en-US" smtClean="0"/>
              <a:t>12/1/2025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85B7E13-9CE4-44D2-A8C1-2013D3A5FF04}" type="slidenum">
              <a:rPr lang="en-US" smtClean="0"/>
              <a:t>‹#›</a:t>
            </a:fld>
            <a:endParaRPr lang="en-US"/>
          </a:p>
        </p:txBody>
      </p:sp>
    </p:spTree>
    <p:extLst>
      <p:ext uri="{BB962C8B-B14F-4D97-AF65-F5344CB8AC3E}">
        <p14:creationId xmlns:p14="http://schemas.microsoft.com/office/powerpoint/2010/main" val="4683358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7F11D5B1-D586-486A-82B6-5CD7D942FF44}" type="datetimeFigureOut">
              <a:rPr lang="en-US" smtClean="0"/>
              <a:t>12/1/2025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785B7E13-9CE4-44D2-A8C1-2013D3A5FF04}" type="slidenum">
              <a:rPr lang="en-US" smtClean="0"/>
              <a:t>‹#›</a:t>
            </a:fld>
            <a:endParaRPr lang="en-US"/>
          </a:p>
        </p:txBody>
      </p:sp>
    </p:spTree>
    <p:extLst>
      <p:ext uri="{BB962C8B-B14F-4D97-AF65-F5344CB8AC3E}">
        <p14:creationId xmlns:p14="http://schemas.microsoft.com/office/powerpoint/2010/main" val="47542321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7F11D5B1-D586-486A-82B6-5CD7D942FF44}" type="datetimeFigureOut">
              <a:rPr lang="en-US" smtClean="0"/>
              <a:t>12/1/2025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785B7E13-9CE4-44D2-A8C1-2013D3A5FF04}" type="slidenum">
              <a:rPr lang="en-US" smtClean="0"/>
              <a:t>‹#›</a:t>
            </a:fld>
            <a:endParaRPr lang="en-US"/>
          </a:p>
        </p:txBody>
      </p:sp>
    </p:spTree>
    <p:extLst>
      <p:ext uri="{BB962C8B-B14F-4D97-AF65-F5344CB8AC3E}">
        <p14:creationId xmlns:p14="http://schemas.microsoft.com/office/powerpoint/2010/main" val="102616505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F11D5B1-D586-486A-82B6-5CD7D942FF44}" type="datetimeFigureOut">
              <a:rPr lang="en-US" smtClean="0"/>
              <a:t>12/1/2025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785B7E13-9CE4-44D2-A8C1-2013D3A5FF04}" type="slidenum">
              <a:rPr lang="en-US" smtClean="0"/>
              <a:t>‹#›</a:t>
            </a:fld>
            <a:endParaRPr lang="en-US"/>
          </a:p>
        </p:txBody>
      </p:sp>
    </p:spTree>
    <p:extLst>
      <p:ext uri="{BB962C8B-B14F-4D97-AF65-F5344CB8AC3E}">
        <p14:creationId xmlns:p14="http://schemas.microsoft.com/office/powerpoint/2010/main" val="192968356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7F11D5B1-D586-486A-82B6-5CD7D942FF44}" type="datetimeFigureOut">
              <a:rPr lang="en-US" smtClean="0"/>
              <a:t>12/1/2025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85B7E13-9CE4-44D2-A8C1-2013D3A5FF04}" type="slidenum">
              <a:rPr lang="en-US" smtClean="0"/>
              <a:t>‹#›</a:t>
            </a:fld>
            <a:endParaRPr lang="en-US"/>
          </a:p>
        </p:txBody>
      </p:sp>
    </p:spTree>
    <p:extLst>
      <p:ext uri="{BB962C8B-B14F-4D97-AF65-F5344CB8AC3E}">
        <p14:creationId xmlns:p14="http://schemas.microsoft.com/office/powerpoint/2010/main" val="348266400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7F11D5B1-D586-486A-82B6-5CD7D942FF44}" type="datetimeFigureOut">
              <a:rPr lang="en-US" smtClean="0"/>
              <a:t>12/1/2025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85B7E13-9CE4-44D2-A8C1-2013D3A5FF04}" type="slidenum">
              <a:rPr lang="en-US" smtClean="0"/>
              <a:t>‹#›</a:t>
            </a:fld>
            <a:endParaRPr lang="en-US"/>
          </a:p>
        </p:txBody>
      </p:sp>
    </p:spTree>
    <p:extLst>
      <p:ext uri="{BB962C8B-B14F-4D97-AF65-F5344CB8AC3E}">
        <p14:creationId xmlns:p14="http://schemas.microsoft.com/office/powerpoint/2010/main" val="204568789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F11D5B1-D586-486A-82B6-5CD7D942FF44}" type="datetimeFigureOut">
              <a:rPr lang="en-US" smtClean="0"/>
              <a:t>12/1/2025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85B7E13-9CE4-44D2-A8C1-2013D3A5FF04}" type="slidenum">
              <a:rPr lang="en-US" smtClean="0"/>
              <a:t>‹#›</a:t>
            </a:fld>
            <a:endParaRPr lang="en-US"/>
          </a:p>
        </p:txBody>
      </p:sp>
    </p:spTree>
    <p:extLst>
      <p:ext uri="{BB962C8B-B14F-4D97-AF65-F5344CB8AC3E}">
        <p14:creationId xmlns:p14="http://schemas.microsoft.com/office/powerpoint/2010/main" val="116551508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F11D5B1-D586-486A-82B6-5CD7D942FF44}" type="datetimeFigureOut">
              <a:rPr lang="en-US" smtClean="0"/>
              <a:t>12/1/2025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85B7E13-9CE4-44D2-A8C1-2013D3A5FF04}" type="slidenum">
              <a:rPr lang="en-US" smtClean="0"/>
              <a:t>‹#›</a:t>
            </a:fld>
            <a:endParaRPr lang="en-US"/>
          </a:p>
        </p:txBody>
      </p:sp>
    </p:spTree>
    <p:extLst>
      <p:ext uri="{BB962C8B-B14F-4D97-AF65-F5344CB8AC3E}">
        <p14:creationId xmlns:p14="http://schemas.microsoft.com/office/powerpoint/2010/main" val="132672447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shade val="82000"/>
                  </a:schemeClr>
                </a:solidFill>
              </a:defRPr>
            </a:lvl1pPr>
          </a:lstStyle>
          <a:p>
            <a:fld id="{7F11D5B1-D586-486A-82B6-5CD7D942FF44}" type="datetimeFigureOut">
              <a:rPr lang="en-US" smtClean="0"/>
              <a:t>12/1/2025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shade val="82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shade val="82000"/>
                  </a:schemeClr>
                </a:solidFill>
              </a:defRPr>
            </a:lvl1pPr>
          </a:lstStyle>
          <a:p>
            <a:fld id="{785B7E13-9CE4-44D2-A8C1-2013D3A5FF04}" type="slidenum">
              <a:rPr lang="en-US" smtClean="0"/>
              <a:t>‹#›</a:t>
            </a:fld>
            <a:endParaRPr lang="en-US"/>
          </a:p>
        </p:txBody>
      </p:sp>
    </p:spTree>
    <p:extLst>
      <p:ext uri="{BB962C8B-B14F-4D97-AF65-F5344CB8AC3E}">
        <p14:creationId xmlns:p14="http://schemas.microsoft.com/office/powerpoint/2010/main" val="3158787162"/>
      </p:ext>
    </p:extLst>
  </p:cSld>
  <p:clrMap bg1="dk1" tx1="lt1" bg2="dk2" tx2="lt2" accent1="accent1" accent2="accent2" accent3="accent3" accent4="accent4" accent5="accent5" accent6="accent6" hlink="hlink" folHlink="folHlink"/>
  <p:sldLayoutIdLst>
    <p:sldLayoutId id="2147483733" r:id="rId1"/>
    <p:sldLayoutId id="2147483734" r:id="rId2"/>
    <p:sldLayoutId id="2147483735" r:id="rId3"/>
    <p:sldLayoutId id="2147483736" r:id="rId4"/>
    <p:sldLayoutId id="2147483737" r:id="rId5"/>
    <p:sldLayoutId id="2147483738" r:id="rId6"/>
    <p:sldLayoutId id="2147483739" r:id="rId7"/>
    <p:sldLayoutId id="2147483740" r:id="rId8"/>
    <p:sldLayoutId id="2147483741" r:id="rId9"/>
    <p:sldLayoutId id="2147483742" r:id="rId10"/>
    <p:sldLayoutId id="2147483743"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microsoft.com/office/2007/relationships/hdphoto" Target="../media/hdphoto1.wdp"/><Relationship Id="rId5" Type="http://schemas.openxmlformats.org/officeDocument/2006/relationships/image" Target="../media/image3.png"/><Relationship Id="rId4" Type="http://schemas.openxmlformats.org/officeDocument/2006/relationships/image" Target="../media/image2.sv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7.xml"/><Relationship Id="rId6" Type="http://schemas.microsoft.com/office/2007/relationships/hdphoto" Target="../media/hdphoto1.wdp"/><Relationship Id="rId5" Type="http://schemas.openxmlformats.org/officeDocument/2006/relationships/image" Target="../media/image3.png"/><Relationship Id="rId4" Type="http://schemas.openxmlformats.org/officeDocument/2006/relationships/image" Target="../media/image2.svg"/></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7.xml"/><Relationship Id="rId6" Type="http://schemas.microsoft.com/office/2007/relationships/hdphoto" Target="../media/hdphoto1.wdp"/><Relationship Id="rId5" Type="http://schemas.openxmlformats.org/officeDocument/2006/relationships/image" Target="../media/image3.png"/><Relationship Id="rId4" Type="http://schemas.openxmlformats.org/officeDocument/2006/relationships/image" Target="../media/image2.sv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7.xml"/><Relationship Id="rId6" Type="http://schemas.microsoft.com/office/2007/relationships/hdphoto" Target="../media/hdphoto1.wdp"/><Relationship Id="rId5" Type="http://schemas.openxmlformats.org/officeDocument/2006/relationships/image" Target="../media/image3.png"/><Relationship Id="rId4" Type="http://schemas.openxmlformats.org/officeDocument/2006/relationships/image" Target="../media/image2.sv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7.xml"/><Relationship Id="rId6" Type="http://schemas.microsoft.com/office/2007/relationships/hdphoto" Target="../media/hdphoto1.wdp"/><Relationship Id="rId5" Type="http://schemas.openxmlformats.org/officeDocument/2006/relationships/image" Target="../media/image3.png"/><Relationship Id="rId4" Type="http://schemas.openxmlformats.org/officeDocument/2006/relationships/image" Target="../media/image2.sv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7.xml"/><Relationship Id="rId6" Type="http://schemas.microsoft.com/office/2007/relationships/hdphoto" Target="../media/hdphoto1.wdp"/><Relationship Id="rId5" Type="http://schemas.openxmlformats.org/officeDocument/2006/relationships/image" Target="../media/image3.png"/><Relationship Id="rId4" Type="http://schemas.openxmlformats.org/officeDocument/2006/relationships/image" Target="../media/image2.sv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7.xml"/><Relationship Id="rId6" Type="http://schemas.microsoft.com/office/2007/relationships/hdphoto" Target="../media/hdphoto1.wdp"/><Relationship Id="rId5" Type="http://schemas.openxmlformats.org/officeDocument/2006/relationships/image" Target="../media/image3.png"/><Relationship Id="rId4" Type="http://schemas.openxmlformats.org/officeDocument/2006/relationships/image" Target="../media/image2.svg"/></Relationships>
</file>

<file path=ppt/slides/_rels/slide8.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4.png"/><Relationship Id="rId7" Type="http://schemas.openxmlformats.org/officeDocument/2006/relationships/image" Target="../media/image8.png"/><Relationship Id="rId12" Type="http://schemas.microsoft.com/office/2007/relationships/hdphoto" Target="../media/hdphoto1.wdp"/><Relationship Id="rId2" Type="http://schemas.openxmlformats.org/officeDocument/2006/relationships/notesSlide" Target="../notesSlides/notesSlide8.xml"/><Relationship Id="rId1" Type="http://schemas.openxmlformats.org/officeDocument/2006/relationships/slideLayout" Target="../slideLayouts/slideLayout7.xml"/><Relationship Id="rId6" Type="http://schemas.openxmlformats.org/officeDocument/2006/relationships/image" Target="../media/image7.png"/><Relationship Id="rId11" Type="http://schemas.openxmlformats.org/officeDocument/2006/relationships/image" Target="../media/image3.png"/><Relationship Id="rId5" Type="http://schemas.openxmlformats.org/officeDocument/2006/relationships/image" Target="../media/image6.png"/><Relationship Id="rId10" Type="http://schemas.openxmlformats.org/officeDocument/2006/relationships/image" Target="../media/image2.svg"/><Relationship Id="rId4" Type="http://schemas.openxmlformats.org/officeDocument/2006/relationships/image" Target="../media/image5.png"/><Relationship Id="rId9" Type="http://schemas.openxmlformats.org/officeDocument/2006/relationships/image" Target="../media/image1.png"/></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7" Type="http://schemas.microsoft.com/office/2007/relationships/hdphoto" Target="../media/hdphoto1.wdp"/><Relationship Id="rId2" Type="http://schemas.openxmlformats.org/officeDocument/2006/relationships/notesSlide" Target="../notesSlides/notesSlide9.xml"/><Relationship Id="rId1" Type="http://schemas.openxmlformats.org/officeDocument/2006/relationships/slideLayout" Target="../slideLayouts/slideLayout7.xml"/><Relationship Id="rId6" Type="http://schemas.openxmlformats.org/officeDocument/2006/relationships/image" Target="../media/image3.png"/><Relationship Id="rId5" Type="http://schemas.openxmlformats.org/officeDocument/2006/relationships/image" Target="../media/image2.svg"/><Relationship Id="rId4" Type="http://schemas.openxmlformats.org/officeDocument/2006/relationships/image" Target="../media/image1.pn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7.xml"/><Relationship Id="rId6" Type="http://schemas.microsoft.com/office/2007/relationships/hdphoto" Target="../media/hdphoto1.wdp"/><Relationship Id="rId5" Type="http://schemas.openxmlformats.org/officeDocument/2006/relationships/image" Target="../media/image3.png"/><Relationship Id="rId4" Type="http://schemas.openxmlformats.org/officeDocument/2006/relationships/image" Target="../media/image2.svg"/></Relationships>
</file>

<file path=ppt/slides/_rels/slide11.xml.rels><?xml version="1.0" encoding="UTF-8" standalone="yes"?>
<Relationships xmlns="http://schemas.openxmlformats.org/package/2006/relationships"><Relationship Id="rId8" Type="http://schemas.openxmlformats.org/officeDocument/2006/relationships/image" Target="../media/image2.svg"/><Relationship Id="rId3" Type="http://schemas.openxmlformats.org/officeDocument/2006/relationships/image" Target="../media/image11.png"/><Relationship Id="rId7"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7.xml"/><Relationship Id="rId6" Type="http://schemas.openxmlformats.org/officeDocument/2006/relationships/image" Target="../media/image14.png"/><Relationship Id="rId5" Type="http://schemas.openxmlformats.org/officeDocument/2006/relationships/image" Target="../media/image13.png"/><Relationship Id="rId10" Type="http://schemas.microsoft.com/office/2007/relationships/hdphoto" Target="../media/hdphoto1.wdp"/><Relationship Id="rId4" Type="http://schemas.openxmlformats.org/officeDocument/2006/relationships/image" Target="../media/image12.png"/><Relationship Id="rId9" Type="http://schemas.openxmlformats.org/officeDocument/2006/relationships/image" Target="../media/image3.png"/></Relationships>
</file>

<file path=ppt/slides/_rels/slide12.xml.rels><?xml version="1.0" encoding="UTF-8" standalone="yes"?>
<Relationships xmlns="http://schemas.openxmlformats.org/package/2006/relationships"><Relationship Id="rId8" Type="http://schemas.microsoft.com/office/2007/relationships/hdphoto" Target="../media/hdphoto1.wdp"/><Relationship Id="rId3" Type="http://schemas.openxmlformats.org/officeDocument/2006/relationships/image" Target="../media/image1.png"/><Relationship Id="rId7" Type="http://schemas.openxmlformats.org/officeDocument/2006/relationships/image" Target="../media/image3.png"/><Relationship Id="rId2" Type="http://schemas.openxmlformats.org/officeDocument/2006/relationships/notesSlide" Target="../notesSlides/notesSlide12.xml"/><Relationship Id="rId1" Type="http://schemas.openxmlformats.org/officeDocument/2006/relationships/slideLayout" Target="../slideLayouts/slideLayout7.xml"/><Relationship Id="rId6" Type="http://schemas.openxmlformats.org/officeDocument/2006/relationships/image" Target="../media/image16.svg"/><Relationship Id="rId5" Type="http://schemas.openxmlformats.org/officeDocument/2006/relationships/image" Target="../media/image15.png"/><Relationship Id="rId4" Type="http://schemas.openxmlformats.org/officeDocument/2006/relationships/image" Target="../media/image2.svg"/></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7.xml"/><Relationship Id="rId6" Type="http://schemas.microsoft.com/office/2007/relationships/hdphoto" Target="../media/hdphoto1.wdp"/><Relationship Id="rId5" Type="http://schemas.openxmlformats.org/officeDocument/2006/relationships/image" Target="../media/image3.png"/><Relationship Id="rId4" Type="http://schemas.openxmlformats.org/officeDocument/2006/relationships/image" Target="../media/image2.svg"/></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7.xml"/><Relationship Id="rId6" Type="http://schemas.microsoft.com/office/2007/relationships/hdphoto" Target="../media/hdphoto1.wdp"/><Relationship Id="rId5" Type="http://schemas.openxmlformats.org/officeDocument/2006/relationships/image" Target="../media/image3.png"/><Relationship Id="rId4" Type="http://schemas.openxmlformats.org/officeDocument/2006/relationships/image" Target="../media/image2.svg"/></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7.xml"/><Relationship Id="rId6" Type="http://schemas.microsoft.com/office/2007/relationships/hdphoto" Target="../media/hdphoto1.wdp"/><Relationship Id="rId5" Type="http://schemas.openxmlformats.org/officeDocument/2006/relationships/image" Target="../media/image3.png"/><Relationship Id="rId4" Type="http://schemas.openxmlformats.org/officeDocument/2006/relationships/image" Target="../media/image2.svg"/></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7.xml"/><Relationship Id="rId6" Type="http://schemas.microsoft.com/office/2007/relationships/hdphoto" Target="../media/hdphoto1.wdp"/><Relationship Id="rId5" Type="http://schemas.openxmlformats.org/officeDocument/2006/relationships/image" Target="../media/image3.png"/><Relationship Id="rId4" Type="http://schemas.openxmlformats.org/officeDocument/2006/relationships/image" Target="../media/image2.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7E2090-3BC7-3D3C-4C33-ACCB400B062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53BDC6D-6116-0F3C-B7D4-59C8C2E98E72}"/>
              </a:ext>
            </a:extLst>
          </p:cNvPr>
          <p:cNvSpPr>
            <a:spLocks noGrp="1"/>
          </p:cNvSpPr>
          <p:nvPr>
            <p:ph type="ctrTitle"/>
          </p:nvPr>
        </p:nvSpPr>
        <p:spPr>
          <a:xfrm>
            <a:off x="0" y="2265422"/>
            <a:ext cx="12192000" cy="1163578"/>
          </a:xfrm>
        </p:spPr>
        <p:txBody>
          <a:bodyPr>
            <a:noAutofit/>
          </a:bodyPr>
          <a:lstStyle/>
          <a:p>
            <a:r>
              <a:rPr lang="en-US" sz="7200" dirty="0">
                <a:latin typeface="Bahnschrift SemiBold" panose="020B0502040204020203" pitchFamily="34" charset="0"/>
              </a:rPr>
              <a:t>Echoes of Anna</a:t>
            </a:r>
          </a:p>
        </p:txBody>
      </p:sp>
      <p:sp>
        <p:nvSpPr>
          <p:cNvPr id="3" name="Subtitle 2">
            <a:extLst>
              <a:ext uri="{FF2B5EF4-FFF2-40B4-BE49-F238E27FC236}">
                <a16:creationId xmlns:a16="http://schemas.microsoft.com/office/drawing/2014/main" id="{30911F6E-17AE-4002-4204-2303F63B98A0}"/>
              </a:ext>
            </a:extLst>
          </p:cNvPr>
          <p:cNvSpPr>
            <a:spLocks noGrp="1"/>
          </p:cNvSpPr>
          <p:nvPr>
            <p:ph type="subTitle" idx="1"/>
          </p:nvPr>
        </p:nvSpPr>
        <p:spPr>
          <a:xfrm>
            <a:off x="2140789" y="3783192"/>
            <a:ext cx="7910422" cy="426498"/>
          </a:xfrm>
        </p:spPr>
        <p:txBody>
          <a:bodyPr>
            <a:normAutofit/>
          </a:bodyPr>
          <a:lstStyle/>
          <a:p>
            <a:r>
              <a:rPr lang="en-US" dirty="0">
                <a:solidFill>
                  <a:schemeClr val="accent1"/>
                </a:solidFill>
                <a:latin typeface="Segoe UI Light" panose="020B0502040204020203" pitchFamily="34" charset="0"/>
                <a:cs typeface="Segoe UI Light" panose="020B0502040204020203" pitchFamily="34" charset="0"/>
              </a:rPr>
              <a:t>A Decision-Based Text Adventure Game</a:t>
            </a:r>
          </a:p>
        </p:txBody>
      </p:sp>
      <p:cxnSp>
        <p:nvCxnSpPr>
          <p:cNvPr id="5" name="Straight Connector 4">
            <a:extLst>
              <a:ext uri="{FF2B5EF4-FFF2-40B4-BE49-F238E27FC236}">
                <a16:creationId xmlns:a16="http://schemas.microsoft.com/office/drawing/2014/main" id="{D2BE7B0A-A5EE-E060-13FE-E64CA3A6B984}"/>
              </a:ext>
            </a:extLst>
          </p:cNvPr>
          <p:cNvCxnSpPr>
            <a:cxnSpLocks/>
          </p:cNvCxnSpPr>
          <p:nvPr/>
        </p:nvCxnSpPr>
        <p:spPr>
          <a:xfrm>
            <a:off x="0" y="3614957"/>
            <a:ext cx="12192000" cy="0"/>
          </a:xfrm>
          <a:prstGeom prst="line">
            <a:avLst/>
          </a:prstGeom>
          <a:ln w="3175"/>
        </p:spPr>
        <p:style>
          <a:lnRef idx="2">
            <a:schemeClr val="accent1"/>
          </a:lnRef>
          <a:fillRef idx="0">
            <a:schemeClr val="accent1"/>
          </a:fillRef>
          <a:effectRef idx="1">
            <a:schemeClr val="accent1"/>
          </a:effectRef>
          <a:fontRef idx="minor">
            <a:schemeClr val="tx1"/>
          </a:fontRef>
        </p:style>
      </p:cxnSp>
      <p:sp>
        <p:nvSpPr>
          <p:cNvPr id="4" name="Subtitle 2">
            <a:extLst>
              <a:ext uri="{FF2B5EF4-FFF2-40B4-BE49-F238E27FC236}">
                <a16:creationId xmlns:a16="http://schemas.microsoft.com/office/drawing/2014/main" id="{F6F7E1E1-BD0D-512C-862D-4C329ABCD3B7}"/>
              </a:ext>
            </a:extLst>
          </p:cNvPr>
          <p:cNvSpPr txBox="1">
            <a:spLocks/>
          </p:cNvSpPr>
          <p:nvPr/>
        </p:nvSpPr>
        <p:spPr>
          <a:xfrm>
            <a:off x="2140788" y="6331128"/>
            <a:ext cx="7910422" cy="361319"/>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1800" dirty="0">
                <a:solidFill>
                  <a:schemeClr val="accent1"/>
                </a:solidFill>
                <a:latin typeface="Segoe UI Light" panose="020B0502040204020203" pitchFamily="34" charset="0"/>
                <a:cs typeface="Segoe UI Light" panose="020B0502040204020203" pitchFamily="34" charset="0"/>
              </a:rPr>
              <a:t>&lt; Brittany Woodard &gt;&lt; SE 2200 Software Engineering &gt;&lt; December 2025 &gt;</a:t>
            </a:r>
          </a:p>
        </p:txBody>
      </p:sp>
      <p:pic>
        <p:nvPicPr>
          <p:cNvPr id="6" name="Camera 5">
            <a:extLst>
              <a:ext uri="{FF2B5EF4-FFF2-40B4-BE49-F238E27FC236}">
                <a16:creationId xmlns:a16="http://schemas.microsoft.com/office/drawing/2014/main" id="{AC808454-C6CC-4651-27BB-8C2B829251B6}"/>
              </a:ext>
            </a:extLst>
          </p:cNvPr>
          <p:cNvPicPr>
            <a:picLocks noChangeAspect="1"/>
            <a:extLst>
              <a:ext uri="{51228E76-BA90-4043-B771-695A4F85340A}">
                <alf:liveFeedProps xmlns:alf="http://schemas.microsoft.com/office/drawing/2021/livefeed"/>
              </a:ext>
            </a:extLst>
          </p:cNvPicPr>
          <p:nvPr/>
        </p:nvPicPr>
        <p:blipFill>
          <a:blip r:embed="rId3">
            <a:extLst>
              <a:ext uri="{96DAC541-7B7A-43D3-8B79-37D633B846F1}">
                <asvg:svgBlip xmlns:asvg="http://schemas.microsoft.com/office/drawing/2016/SVG/main" r:embed="rId4"/>
              </a:ext>
            </a:extLst>
          </a:blip>
          <a:stretch>
            <a:fillRect/>
          </a:stretch>
        </p:blipFill>
        <p:spPr>
          <a:xfrm>
            <a:off x="9982198" y="178488"/>
            <a:ext cx="2057400" cy="2057400"/>
          </a:xfrm>
          <a:prstGeom prst="ellipse">
            <a:avLst/>
          </a:prstGeom>
        </p:spPr>
      </p:pic>
      <p:pic>
        <p:nvPicPr>
          <p:cNvPr id="7" name="Picture 6">
            <a:extLst>
              <a:ext uri="{FF2B5EF4-FFF2-40B4-BE49-F238E27FC236}">
                <a16:creationId xmlns:a16="http://schemas.microsoft.com/office/drawing/2014/main" id="{BFA82959-D89C-DE26-1255-77922CA59700}"/>
              </a:ext>
            </a:extLst>
          </p:cNvPr>
          <p:cNvPicPr>
            <a:picLocks noChangeAspect="1"/>
          </p:cNvPicPr>
          <p:nvPr/>
        </p:nvPicPr>
        <p:blipFill>
          <a:blip r:embed="rId5">
            <a:alphaModFix amt="8000"/>
            <a:extLst>
              <a:ext uri="{BEBA8EAE-BF5A-486C-A8C5-ECC9F3942E4B}">
                <a14:imgProps xmlns:a14="http://schemas.microsoft.com/office/drawing/2010/main">
                  <a14:imgLayer r:embed="rId6">
                    <a14:imgEffect>
                      <a14:colorTemperature colorTemp="5154"/>
                    </a14:imgEffect>
                    <a14:imgEffect>
                      <a14:saturation sat="36000"/>
                    </a14:imgEffect>
                  </a14:imgLayer>
                </a14:imgProps>
              </a:ext>
              <a:ext uri="{28A0092B-C50C-407E-A947-70E740481C1C}">
                <a14:useLocalDpi xmlns:a14="http://schemas.microsoft.com/office/drawing/2010/main" val="0"/>
              </a:ext>
            </a:extLst>
          </a:blip>
          <a:srcRect/>
          <a:stretch/>
        </p:blipFill>
        <p:spPr>
          <a:xfrm>
            <a:off x="7434" y="0"/>
            <a:ext cx="12177131" cy="6858000"/>
          </a:xfrm>
          <a:prstGeom prst="rect">
            <a:avLst/>
          </a:prstGeom>
        </p:spPr>
      </p:pic>
    </p:spTree>
    <p:extLst>
      <p:ext uri="{BB962C8B-B14F-4D97-AF65-F5344CB8AC3E}">
        <p14:creationId xmlns:p14="http://schemas.microsoft.com/office/powerpoint/2010/main" val="103087841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58B72E30-FB56-2773-67A6-30DF35807205}"/>
              </a:ext>
            </a:extLst>
          </p:cNvPr>
          <p:cNvSpPr/>
          <p:nvPr/>
        </p:nvSpPr>
        <p:spPr>
          <a:xfrm>
            <a:off x="1" y="0"/>
            <a:ext cx="213506" cy="6858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cxnSp>
        <p:nvCxnSpPr>
          <p:cNvPr id="8" name="Straight Connector 7">
            <a:extLst>
              <a:ext uri="{FF2B5EF4-FFF2-40B4-BE49-F238E27FC236}">
                <a16:creationId xmlns:a16="http://schemas.microsoft.com/office/drawing/2014/main" id="{60F67382-1713-FA76-AA36-80CBFB420AE1}"/>
              </a:ext>
            </a:extLst>
          </p:cNvPr>
          <p:cNvCxnSpPr/>
          <p:nvPr/>
        </p:nvCxnSpPr>
        <p:spPr>
          <a:xfrm>
            <a:off x="457203" y="0"/>
            <a:ext cx="0" cy="6858000"/>
          </a:xfrm>
          <a:prstGeom prst="line">
            <a:avLst/>
          </a:prstGeom>
          <a:ln w="6350"/>
        </p:spPr>
        <p:style>
          <a:lnRef idx="2">
            <a:schemeClr val="accent1"/>
          </a:lnRef>
          <a:fillRef idx="0">
            <a:schemeClr val="accent1"/>
          </a:fillRef>
          <a:effectRef idx="1">
            <a:schemeClr val="accent1"/>
          </a:effectRef>
          <a:fontRef idx="minor">
            <a:schemeClr val="tx1"/>
          </a:fontRef>
        </p:style>
      </p:cxnSp>
      <p:cxnSp>
        <p:nvCxnSpPr>
          <p:cNvPr id="10" name="Straight Connector 9">
            <a:extLst>
              <a:ext uri="{FF2B5EF4-FFF2-40B4-BE49-F238E27FC236}">
                <a16:creationId xmlns:a16="http://schemas.microsoft.com/office/drawing/2014/main" id="{B88D0FF7-BD96-98B2-8A38-5851F2FD0257}"/>
              </a:ext>
            </a:extLst>
          </p:cNvPr>
          <p:cNvCxnSpPr/>
          <p:nvPr/>
        </p:nvCxnSpPr>
        <p:spPr>
          <a:xfrm>
            <a:off x="9831240" y="0"/>
            <a:ext cx="0" cy="6858000"/>
          </a:xfrm>
          <a:prstGeom prst="line">
            <a:avLst/>
          </a:prstGeom>
          <a:ln w="9525"/>
        </p:spPr>
        <p:style>
          <a:lnRef idx="2">
            <a:schemeClr val="accent1"/>
          </a:lnRef>
          <a:fillRef idx="0">
            <a:schemeClr val="accent1"/>
          </a:fillRef>
          <a:effectRef idx="1">
            <a:schemeClr val="accent1"/>
          </a:effectRef>
          <a:fontRef idx="minor">
            <a:schemeClr val="tx1"/>
          </a:fontRef>
        </p:style>
      </p:cxnSp>
      <p:sp>
        <p:nvSpPr>
          <p:cNvPr id="11" name="Title 1">
            <a:extLst>
              <a:ext uri="{FF2B5EF4-FFF2-40B4-BE49-F238E27FC236}">
                <a16:creationId xmlns:a16="http://schemas.microsoft.com/office/drawing/2014/main" id="{237471B7-D972-85B0-3F9C-3D035DB44D3C}"/>
              </a:ext>
            </a:extLst>
          </p:cNvPr>
          <p:cNvSpPr txBox="1">
            <a:spLocks/>
          </p:cNvSpPr>
          <p:nvPr/>
        </p:nvSpPr>
        <p:spPr>
          <a:xfrm>
            <a:off x="692989" y="264092"/>
            <a:ext cx="5359880" cy="1340420"/>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4800" dirty="0">
                <a:latin typeface="Bahnschrift" panose="020B0502040204020203" pitchFamily="34" charset="0"/>
              </a:rPr>
              <a:t>What Exactly is This Game?</a:t>
            </a:r>
          </a:p>
        </p:txBody>
      </p:sp>
      <p:sp>
        <p:nvSpPr>
          <p:cNvPr id="12" name="TextBox 11">
            <a:extLst>
              <a:ext uri="{FF2B5EF4-FFF2-40B4-BE49-F238E27FC236}">
                <a16:creationId xmlns:a16="http://schemas.microsoft.com/office/drawing/2014/main" id="{FD846650-672C-9828-FD3B-5DD661451985}"/>
              </a:ext>
            </a:extLst>
          </p:cNvPr>
          <p:cNvSpPr txBox="1"/>
          <p:nvPr/>
        </p:nvSpPr>
        <p:spPr>
          <a:xfrm>
            <a:off x="700901" y="2242866"/>
            <a:ext cx="8696864" cy="492443"/>
          </a:xfrm>
          <a:prstGeom prst="rect">
            <a:avLst/>
          </a:prstGeom>
          <a:noFill/>
        </p:spPr>
        <p:txBody>
          <a:bodyPr wrap="square" rtlCol="0">
            <a:spAutoFit/>
          </a:bodyPr>
          <a:lstStyle/>
          <a:p>
            <a:pPr algn="ctr"/>
            <a:r>
              <a:rPr lang="en-US" sz="2600" b="1" dirty="0">
                <a:latin typeface="Segoe UI Semilight" panose="020B0402040204020203" pitchFamily="34" charset="0"/>
                <a:cs typeface="Segoe UI Semilight" panose="020B0402040204020203" pitchFamily="34" charset="0"/>
              </a:rPr>
              <a:t>A choice-driven narrative RPG where your decisions matter.</a:t>
            </a:r>
          </a:p>
        </p:txBody>
      </p:sp>
      <p:sp>
        <p:nvSpPr>
          <p:cNvPr id="18" name="TextBox 17">
            <a:extLst>
              <a:ext uri="{FF2B5EF4-FFF2-40B4-BE49-F238E27FC236}">
                <a16:creationId xmlns:a16="http://schemas.microsoft.com/office/drawing/2014/main" id="{EAB614A7-531C-EC08-1320-84CD48F1441C}"/>
              </a:ext>
            </a:extLst>
          </p:cNvPr>
          <p:cNvSpPr txBox="1"/>
          <p:nvPr/>
        </p:nvSpPr>
        <p:spPr>
          <a:xfrm>
            <a:off x="1112811" y="2821572"/>
            <a:ext cx="5000443" cy="2947538"/>
          </a:xfrm>
          <a:prstGeom prst="rect">
            <a:avLst/>
          </a:prstGeom>
          <a:noFill/>
        </p:spPr>
        <p:txBody>
          <a:bodyPr wrap="square" numCol="1" rtlCol="0">
            <a:spAutoFit/>
          </a:bodyPr>
          <a:lstStyle/>
          <a:p>
            <a:pPr marL="285750" indent="-285750">
              <a:lnSpc>
                <a:spcPct val="200000"/>
              </a:lnSpc>
              <a:buClr>
                <a:schemeClr val="accent1"/>
              </a:buClr>
              <a:buFont typeface="Abadi ExtraLight" panose="020B0204020104020204" pitchFamily="34" charset="0"/>
              <a:buChar char="&gt;"/>
            </a:pPr>
            <a:r>
              <a:rPr lang="en-US" sz="2400" dirty="0">
                <a:latin typeface="Segoe UI Light" panose="020B0502040204020203" pitchFamily="34" charset="0"/>
                <a:cs typeface="Segoe UI Light" panose="020B0502040204020203" pitchFamily="34" charset="0"/>
              </a:rPr>
              <a:t> Tone Driven Atmosphere</a:t>
            </a:r>
          </a:p>
          <a:p>
            <a:pPr marL="285750" indent="-285750">
              <a:lnSpc>
                <a:spcPct val="200000"/>
              </a:lnSpc>
              <a:buClr>
                <a:schemeClr val="accent1"/>
              </a:buClr>
              <a:buFont typeface="Abadi ExtraLight" panose="020B0204020104020204" pitchFamily="34" charset="0"/>
              <a:buChar char="&gt;"/>
            </a:pPr>
            <a:r>
              <a:rPr lang="en-US" sz="2400" dirty="0">
                <a:latin typeface="Segoe UI Light" panose="020B0502040204020203" pitchFamily="34" charset="0"/>
                <a:cs typeface="Segoe UI Light" panose="020B0502040204020203" pitchFamily="34" charset="0"/>
              </a:rPr>
              <a:t> Branching Dialogue</a:t>
            </a:r>
          </a:p>
          <a:p>
            <a:pPr marL="285750" indent="-285750">
              <a:lnSpc>
                <a:spcPct val="200000"/>
              </a:lnSpc>
              <a:buClr>
                <a:schemeClr val="accent1"/>
              </a:buClr>
              <a:buFont typeface="Abadi ExtraLight" panose="020B0204020104020204" pitchFamily="34" charset="0"/>
              <a:buChar char="&gt;"/>
            </a:pPr>
            <a:r>
              <a:rPr lang="en-US" sz="2400" dirty="0">
                <a:latin typeface="Segoe UI Light" panose="020B0502040204020203" pitchFamily="34" charset="0"/>
                <a:cs typeface="Segoe UI Light" panose="020B0502040204020203" pitchFamily="34" charset="0"/>
              </a:rPr>
              <a:t> Emotional Consequence</a:t>
            </a:r>
          </a:p>
          <a:p>
            <a:pPr marL="285750" indent="-285750">
              <a:lnSpc>
                <a:spcPct val="200000"/>
              </a:lnSpc>
              <a:buClr>
                <a:schemeClr val="accent1"/>
              </a:buClr>
              <a:buFont typeface="Abadi ExtraLight" panose="020B0204020104020204" pitchFamily="34" charset="0"/>
              <a:buChar char="&gt;"/>
            </a:pPr>
            <a:r>
              <a:rPr lang="en-US" sz="2400" dirty="0">
                <a:latin typeface="Segoe UI Light" panose="020B0502040204020203" pitchFamily="34" charset="0"/>
                <a:cs typeface="Segoe UI Light" panose="020B0502040204020203" pitchFamily="34" charset="0"/>
              </a:rPr>
              <a:t> Replayability</a:t>
            </a:r>
          </a:p>
        </p:txBody>
      </p:sp>
      <p:pic>
        <p:nvPicPr>
          <p:cNvPr id="22" name="Camera 21">
            <a:extLst>
              <a:ext uri="{FF2B5EF4-FFF2-40B4-BE49-F238E27FC236}">
                <a16:creationId xmlns:a16="http://schemas.microsoft.com/office/drawing/2014/main" id="{091A74E6-B9D3-B037-5BFA-50BB0886E86B}"/>
              </a:ext>
            </a:extLst>
          </p:cNvPr>
          <p:cNvPicPr>
            <a:picLocks noChangeAspect="1"/>
            <a:extLst>
              <a:ext uri="{51228E76-BA90-4043-B771-695A4F85340A}">
                <alf:liveFeedProps xmlns:alf="http://schemas.microsoft.com/office/drawing/2021/livefeed"/>
              </a:ext>
            </a:extLst>
          </p:cNvPicPr>
          <p:nvPr/>
        </p:nvPicPr>
        <p:blipFill>
          <a:blip r:embed="rId3">
            <a:extLst>
              <a:ext uri="{96DAC541-7B7A-43D3-8B79-37D633B846F1}">
                <asvg:svgBlip xmlns:asvg="http://schemas.microsoft.com/office/drawing/2016/SVG/main" r:embed="rId4"/>
              </a:ext>
            </a:extLst>
          </a:blip>
          <a:stretch>
            <a:fillRect/>
          </a:stretch>
        </p:blipFill>
        <p:spPr>
          <a:xfrm>
            <a:off x="9979203" y="185466"/>
            <a:ext cx="2057400" cy="2057400"/>
          </a:xfrm>
          <a:prstGeom prst="ellipse">
            <a:avLst/>
          </a:prstGeom>
        </p:spPr>
      </p:pic>
      <p:pic>
        <p:nvPicPr>
          <p:cNvPr id="20" name="Picture 19">
            <a:extLst>
              <a:ext uri="{FF2B5EF4-FFF2-40B4-BE49-F238E27FC236}">
                <a16:creationId xmlns:a16="http://schemas.microsoft.com/office/drawing/2014/main" id="{47FAB50F-7E37-399E-277D-731EAAF37EC4}"/>
              </a:ext>
            </a:extLst>
          </p:cNvPr>
          <p:cNvPicPr>
            <a:picLocks noChangeAspect="1"/>
          </p:cNvPicPr>
          <p:nvPr/>
        </p:nvPicPr>
        <p:blipFill>
          <a:blip r:embed="rId5">
            <a:alphaModFix amt="8000"/>
            <a:extLst>
              <a:ext uri="{BEBA8EAE-BF5A-486C-A8C5-ECC9F3942E4B}">
                <a14:imgProps xmlns:a14="http://schemas.microsoft.com/office/drawing/2010/main">
                  <a14:imgLayer r:embed="rId6">
                    <a14:imgEffect>
                      <a14:colorTemperature colorTemp="5154"/>
                    </a14:imgEffect>
                    <a14:imgEffect>
                      <a14:saturation sat="36000"/>
                    </a14:imgEffect>
                  </a14:imgLayer>
                </a14:imgProps>
              </a:ext>
              <a:ext uri="{28A0092B-C50C-407E-A947-70E740481C1C}">
                <a14:useLocalDpi xmlns:a14="http://schemas.microsoft.com/office/drawing/2010/main" val="0"/>
              </a:ext>
            </a:extLst>
          </a:blip>
          <a:srcRect/>
          <a:stretch/>
        </p:blipFill>
        <p:spPr>
          <a:xfrm>
            <a:off x="7434" y="0"/>
            <a:ext cx="12177131" cy="6858000"/>
          </a:xfrm>
          <a:prstGeom prst="rect">
            <a:avLst/>
          </a:prstGeom>
        </p:spPr>
      </p:pic>
    </p:spTree>
    <p:extLst>
      <p:ext uri="{BB962C8B-B14F-4D97-AF65-F5344CB8AC3E}">
        <p14:creationId xmlns:p14="http://schemas.microsoft.com/office/powerpoint/2010/main" val="97923219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Straight Connector 3">
            <a:extLst>
              <a:ext uri="{FF2B5EF4-FFF2-40B4-BE49-F238E27FC236}">
                <a16:creationId xmlns:a16="http://schemas.microsoft.com/office/drawing/2014/main" id="{E60C05D6-13D8-72FD-471A-A43984561FE6}"/>
              </a:ext>
            </a:extLst>
          </p:cNvPr>
          <p:cNvCxnSpPr>
            <a:cxnSpLocks/>
          </p:cNvCxnSpPr>
          <p:nvPr/>
        </p:nvCxnSpPr>
        <p:spPr>
          <a:xfrm>
            <a:off x="5426015" y="949400"/>
            <a:ext cx="6765985" cy="0"/>
          </a:xfrm>
          <a:prstGeom prst="line">
            <a:avLst/>
          </a:prstGeom>
          <a:ln w="3175"/>
        </p:spPr>
        <p:style>
          <a:lnRef idx="2">
            <a:schemeClr val="accent1"/>
          </a:lnRef>
          <a:fillRef idx="0">
            <a:schemeClr val="accent1"/>
          </a:fillRef>
          <a:effectRef idx="1">
            <a:schemeClr val="accent1"/>
          </a:effectRef>
          <a:fontRef idx="minor">
            <a:schemeClr val="tx1"/>
          </a:fontRef>
        </p:style>
      </p:cxnSp>
      <p:sp>
        <p:nvSpPr>
          <p:cNvPr id="3" name="Title 1">
            <a:extLst>
              <a:ext uri="{FF2B5EF4-FFF2-40B4-BE49-F238E27FC236}">
                <a16:creationId xmlns:a16="http://schemas.microsoft.com/office/drawing/2014/main" id="{4B050758-1C63-1999-E771-639782C20C09}"/>
              </a:ext>
            </a:extLst>
          </p:cNvPr>
          <p:cNvSpPr txBox="1">
            <a:spLocks/>
          </p:cNvSpPr>
          <p:nvPr/>
        </p:nvSpPr>
        <p:spPr>
          <a:xfrm>
            <a:off x="1495490" y="548764"/>
            <a:ext cx="3875645" cy="658934"/>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4800" dirty="0">
                <a:latin typeface="Bahnschrift" panose="020B0502040204020203" pitchFamily="34" charset="0"/>
              </a:rPr>
              <a:t>The Problem</a:t>
            </a:r>
          </a:p>
        </p:txBody>
      </p:sp>
      <p:cxnSp>
        <p:nvCxnSpPr>
          <p:cNvPr id="6" name="Straight Connector 5">
            <a:extLst>
              <a:ext uri="{FF2B5EF4-FFF2-40B4-BE49-F238E27FC236}">
                <a16:creationId xmlns:a16="http://schemas.microsoft.com/office/drawing/2014/main" id="{2C1F95CB-991E-FF57-DD10-013FCD98C585}"/>
              </a:ext>
            </a:extLst>
          </p:cNvPr>
          <p:cNvCxnSpPr>
            <a:cxnSpLocks/>
          </p:cNvCxnSpPr>
          <p:nvPr/>
        </p:nvCxnSpPr>
        <p:spPr>
          <a:xfrm>
            <a:off x="0" y="949400"/>
            <a:ext cx="1440611" cy="0"/>
          </a:xfrm>
          <a:prstGeom prst="line">
            <a:avLst/>
          </a:prstGeom>
          <a:ln w="3175"/>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3E6E1BCB-5D38-7B95-A74F-FD322BC24E98}"/>
              </a:ext>
            </a:extLst>
          </p:cNvPr>
          <p:cNvCxnSpPr>
            <a:cxnSpLocks/>
          </p:cNvCxnSpPr>
          <p:nvPr/>
        </p:nvCxnSpPr>
        <p:spPr>
          <a:xfrm>
            <a:off x="5578415" y="1067296"/>
            <a:ext cx="6598716" cy="0"/>
          </a:xfrm>
          <a:prstGeom prst="line">
            <a:avLst/>
          </a:prstGeom>
          <a:ln w="3175"/>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0F747CAC-F551-3624-A956-5911CB44F3ED}"/>
              </a:ext>
            </a:extLst>
          </p:cNvPr>
          <p:cNvCxnSpPr>
            <a:cxnSpLocks/>
          </p:cNvCxnSpPr>
          <p:nvPr/>
        </p:nvCxnSpPr>
        <p:spPr>
          <a:xfrm>
            <a:off x="5730815" y="1202444"/>
            <a:ext cx="6461185" cy="0"/>
          </a:xfrm>
          <a:prstGeom prst="line">
            <a:avLst/>
          </a:prstGeom>
          <a:ln w="3175"/>
        </p:spPr>
        <p:style>
          <a:lnRef idx="2">
            <a:schemeClr val="accent1"/>
          </a:lnRef>
          <a:fillRef idx="0">
            <a:schemeClr val="accent1"/>
          </a:fillRef>
          <a:effectRef idx="1">
            <a:schemeClr val="accent1"/>
          </a:effectRef>
          <a:fontRef idx="minor">
            <a:schemeClr val="tx1"/>
          </a:fontRef>
        </p:style>
      </p:cxnSp>
      <p:cxnSp>
        <p:nvCxnSpPr>
          <p:cNvPr id="13" name="Straight Connector 12">
            <a:extLst>
              <a:ext uri="{FF2B5EF4-FFF2-40B4-BE49-F238E27FC236}">
                <a16:creationId xmlns:a16="http://schemas.microsoft.com/office/drawing/2014/main" id="{6FF4754D-25FD-5DDC-3A0D-E30530C0A33F}"/>
              </a:ext>
            </a:extLst>
          </p:cNvPr>
          <p:cNvCxnSpPr>
            <a:cxnSpLocks/>
          </p:cNvCxnSpPr>
          <p:nvPr/>
        </p:nvCxnSpPr>
        <p:spPr>
          <a:xfrm>
            <a:off x="0" y="843007"/>
            <a:ext cx="1299713" cy="0"/>
          </a:xfrm>
          <a:prstGeom prst="line">
            <a:avLst/>
          </a:prstGeom>
          <a:ln w="3175"/>
        </p:spPr>
        <p:style>
          <a:lnRef idx="2">
            <a:schemeClr val="accent1"/>
          </a:lnRef>
          <a:fillRef idx="0">
            <a:schemeClr val="accent1"/>
          </a:fillRef>
          <a:effectRef idx="1">
            <a:schemeClr val="accent1"/>
          </a:effectRef>
          <a:fontRef idx="minor">
            <a:schemeClr val="tx1"/>
          </a:fontRef>
        </p:style>
      </p:cxnSp>
      <p:cxnSp>
        <p:nvCxnSpPr>
          <p:cNvPr id="14" name="Straight Connector 13">
            <a:extLst>
              <a:ext uri="{FF2B5EF4-FFF2-40B4-BE49-F238E27FC236}">
                <a16:creationId xmlns:a16="http://schemas.microsoft.com/office/drawing/2014/main" id="{A047AF1C-1D22-5F0F-4452-97C7DDB9032A}"/>
              </a:ext>
            </a:extLst>
          </p:cNvPr>
          <p:cNvCxnSpPr>
            <a:cxnSpLocks/>
          </p:cNvCxnSpPr>
          <p:nvPr/>
        </p:nvCxnSpPr>
        <p:spPr>
          <a:xfrm>
            <a:off x="0" y="736615"/>
            <a:ext cx="1068237" cy="0"/>
          </a:xfrm>
          <a:prstGeom prst="line">
            <a:avLst/>
          </a:prstGeom>
          <a:ln w="3175"/>
        </p:spPr>
        <p:style>
          <a:lnRef idx="2">
            <a:schemeClr val="accent1"/>
          </a:lnRef>
          <a:fillRef idx="0">
            <a:schemeClr val="accent1"/>
          </a:fillRef>
          <a:effectRef idx="1">
            <a:schemeClr val="accent1"/>
          </a:effectRef>
          <a:fontRef idx="minor">
            <a:schemeClr val="tx1"/>
          </a:fontRef>
        </p:style>
      </p:cxnSp>
      <p:sp>
        <p:nvSpPr>
          <p:cNvPr id="19" name="TextBox 18">
            <a:extLst>
              <a:ext uri="{FF2B5EF4-FFF2-40B4-BE49-F238E27FC236}">
                <a16:creationId xmlns:a16="http://schemas.microsoft.com/office/drawing/2014/main" id="{9DE0384E-AE14-4FE4-ACDC-84991D1CA34C}"/>
              </a:ext>
            </a:extLst>
          </p:cNvPr>
          <p:cNvSpPr txBox="1"/>
          <p:nvPr/>
        </p:nvSpPr>
        <p:spPr>
          <a:xfrm>
            <a:off x="427480" y="1792408"/>
            <a:ext cx="8696864" cy="492443"/>
          </a:xfrm>
          <a:prstGeom prst="rect">
            <a:avLst/>
          </a:prstGeom>
          <a:noFill/>
        </p:spPr>
        <p:txBody>
          <a:bodyPr wrap="square" rtlCol="0">
            <a:spAutoFit/>
          </a:bodyPr>
          <a:lstStyle/>
          <a:p>
            <a:r>
              <a:rPr lang="en-US" sz="2600" b="1" dirty="0">
                <a:latin typeface="Segoe UI Semilight" panose="020B0402040204020203" pitchFamily="34" charset="0"/>
                <a:cs typeface="Segoe UI Semilight" panose="020B0402040204020203" pitchFamily="34" charset="0"/>
              </a:rPr>
              <a:t>There are two common issues story-based RPGs face:</a:t>
            </a:r>
          </a:p>
        </p:txBody>
      </p:sp>
      <p:sp>
        <p:nvSpPr>
          <p:cNvPr id="20" name="TextBox 19">
            <a:extLst>
              <a:ext uri="{FF2B5EF4-FFF2-40B4-BE49-F238E27FC236}">
                <a16:creationId xmlns:a16="http://schemas.microsoft.com/office/drawing/2014/main" id="{64F0B1D1-609E-4B23-4C8D-E6E01F96B504}"/>
              </a:ext>
            </a:extLst>
          </p:cNvPr>
          <p:cNvSpPr txBox="1"/>
          <p:nvPr/>
        </p:nvSpPr>
        <p:spPr>
          <a:xfrm>
            <a:off x="3307265" y="2371114"/>
            <a:ext cx="5817079" cy="2193357"/>
          </a:xfrm>
          <a:prstGeom prst="rect">
            <a:avLst/>
          </a:prstGeom>
          <a:noFill/>
        </p:spPr>
        <p:txBody>
          <a:bodyPr wrap="square" numCol="1" rtlCol="0">
            <a:spAutoFit/>
          </a:bodyPr>
          <a:lstStyle/>
          <a:p>
            <a:pPr marL="285750" indent="-285750">
              <a:lnSpc>
                <a:spcPct val="200000"/>
              </a:lnSpc>
              <a:buClr>
                <a:schemeClr val="accent1"/>
              </a:buClr>
              <a:buFont typeface="Abadi ExtraLight" panose="020B0204020104020204" pitchFamily="34" charset="0"/>
              <a:buChar char="&gt;"/>
            </a:pPr>
            <a:r>
              <a:rPr lang="en-US" sz="2400" dirty="0">
                <a:latin typeface="Segoe UI Light" panose="020B0502040204020203" pitchFamily="34" charset="0"/>
                <a:cs typeface="Segoe UI Light" panose="020B0502040204020203" pitchFamily="34" charset="0"/>
              </a:rPr>
              <a:t> Choices don’t change anything</a:t>
            </a:r>
          </a:p>
          <a:p>
            <a:pPr marL="285750" indent="-285750">
              <a:lnSpc>
                <a:spcPct val="200000"/>
              </a:lnSpc>
              <a:buClr>
                <a:schemeClr val="accent1"/>
              </a:buClr>
              <a:buFont typeface="Abadi ExtraLight" panose="020B0204020104020204" pitchFamily="34" charset="0"/>
              <a:buChar char="&gt;"/>
            </a:pPr>
            <a:r>
              <a:rPr lang="en-US" sz="2400" dirty="0">
                <a:latin typeface="Segoe UI Light" panose="020B0502040204020203" pitchFamily="34" charset="0"/>
                <a:cs typeface="Segoe UI Light" panose="020B0502040204020203" pitchFamily="34" charset="0"/>
              </a:rPr>
              <a:t> Stories can feel predictable or shallow</a:t>
            </a:r>
          </a:p>
          <a:p>
            <a:pPr marL="285750" indent="-285750">
              <a:lnSpc>
                <a:spcPct val="200000"/>
              </a:lnSpc>
              <a:buClr>
                <a:schemeClr val="accent1"/>
              </a:buClr>
              <a:buFont typeface="Abadi ExtraLight" panose="020B0204020104020204" pitchFamily="34" charset="0"/>
              <a:buChar char="&gt;"/>
            </a:pPr>
            <a:r>
              <a:rPr lang="en-US" sz="2400" dirty="0">
                <a:latin typeface="Segoe UI Light" panose="020B0502040204020203" pitchFamily="34" charset="0"/>
                <a:cs typeface="Segoe UI Light" panose="020B0502040204020203" pitchFamily="34" charset="0"/>
              </a:rPr>
              <a:t> Feels like time and effort are wasted</a:t>
            </a:r>
          </a:p>
        </p:txBody>
      </p:sp>
      <p:sp>
        <p:nvSpPr>
          <p:cNvPr id="25" name="Rectangle: Rounded Corners 24">
            <a:extLst>
              <a:ext uri="{FF2B5EF4-FFF2-40B4-BE49-F238E27FC236}">
                <a16:creationId xmlns:a16="http://schemas.microsoft.com/office/drawing/2014/main" id="{3794996E-EC6E-05BB-6E09-F1AE3E8302B2}"/>
              </a:ext>
            </a:extLst>
          </p:cNvPr>
          <p:cNvSpPr/>
          <p:nvPr/>
        </p:nvSpPr>
        <p:spPr>
          <a:xfrm>
            <a:off x="3795621" y="5382241"/>
            <a:ext cx="710243" cy="657989"/>
          </a:xfrm>
          <a:prstGeom prst="roundRect">
            <a:avLst/>
          </a:prstGeom>
          <a:noFill/>
          <a:ln w="38100">
            <a:solidFill>
              <a:schemeClr val="accent2"/>
            </a:solid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26" name="Oval 25">
            <a:extLst>
              <a:ext uri="{FF2B5EF4-FFF2-40B4-BE49-F238E27FC236}">
                <a16:creationId xmlns:a16="http://schemas.microsoft.com/office/drawing/2014/main" id="{F9E65ACD-D2A0-3FD3-9BB7-089A813CFB5A}"/>
              </a:ext>
            </a:extLst>
          </p:cNvPr>
          <p:cNvSpPr/>
          <p:nvPr/>
        </p:nvSpPr>
        <p:spPr>
          <a:xfrm>
            <a:off x="1440611" y="5651247"/>
            <a:ext cx="710243" cy="657989"/>
          </a:xfrm>
          <a:prstGeom prst="ellipse">
            <a:avLst/>
          </a:prstGeom>
          <a:noFill/>
          <a:ln w="2857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Diamond 27">
            <a:extLst>
              <a:ext uri="{FF2B5EF4-FFF2-40B4-BE49-F238E27FC236}">
                <a16:creationId xmlns:a16="http://schemas.microsoft.com/office/drawing/2014/main" id="{DECE88B7-C3E0-50CD-0213-3CC19C831483}"/>
              </a:ext>
            </a:extLst>
          </p:cNvPr>
          <p:cNvSpPr/>
          <p:nvPr/>
        </p:nvSpPr>
        <p:spPr>
          <a:xfrm>
            <a:off x="2150854" y="4724252"/>
            <a:ext cx="710243" cy="657989"/>
          </a:xfrm>
          <a:prstGeom prst="diamond">
            <a:avLst/>
          </a:prstGeom>
          <a:noFill/>
          <a:ln w="2857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2" name="Connector: Curved 31">
            <a:extLst>
              <a:ext uri="{FF2B5EF4-FFF2-40B4-BE49-F238E27FC236}">
                <a16:creationId xmlns:a16="http://schemas.microsoft.com/office/drawing/2014/main" id="{55C383B5-15DE-E441-2869-0B7E51CDD5FF}"/>
              </a:ext>
            </a:extLst>
          </p:cNvPr>
          <p:cNvCxnSpPr>
            <a:stCxn id="21" idx="2"/>
            <a:endCxn id="26" idx="0"/>
          </p:cNvCxnSpPr>
          <p:nvPr/>
        </p:nvCxnSpPr>
        <p:spPr>
          <a:xfrm rot="16200000" flipH="1">
            <a:off x="991271" y="4846785"/>
            <a:ext cx="757782" cy="851141"/>
          </a:xfrm>
          <a:prstGeom prst="curvedConnector3">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33" name="Connector: Curved 32">
            <a:extLst>
              <a:ext uri="{FF2B5EF4-FFF2-40B4-BE49-F238E27FC236}">
                <a16:creationId xmlns:a16="http://schemas.microsoft.com/office/drawing/2014/main" id="{BC7CF26E-631D-1395-6663-B61B2164A268}"/>
              </a:ext>
            </a:extLst>
          </p:cNvPr>
          <p:cNvCxnSpPr>
            <a:cxnSpLocks/>
            <a:stCxn id="21" idx="2"/>
            <a:endCxn id="28" idx="0"/>
          </p:cNvCxnSpPr>
          <p:nvPr/>
        </p:nvCxnSpPr>
        <p:spPr>
          <a:xfrm rot="5400000" flipH="1" flipV="1">
            <a:off x="1640677" y="4028167"/>
            <a:ext cx="169213" cy="1561384"/>
          </a:xfrm>
          <a:prstGeom prst="curvedConnector5">
            <a:avLst>
              <a:gd name="adj1" fmla="val -135096"/>
              <a:gd name="adj2" fmla="val 50000"/>
              <a:gd name="adj3" fmla="val 235096"/>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44" name="Connector: Curved 43">
            <a:extLst>
              <a:ext uri="{FF2B5EF4-FFF2-40B4-BE49-F238E27FC236}">
                <a16:creationId xmlns:a16="http://schemas.microsoft.com/office/drawing/2014/main" id="{5A190EC5-3278-3031-FC86-331A47D5C011}"/>
              </a:ext>
            </a:extLst>
          </p:cNvPr>
          <p:cNvCxnSpPr>
            <a:cxnSpLocks/>
            <a:stCxn id="26" idx="6"/>
            <a:endCxn id="25" idx="1"/>
          </p:cNvCxnSpPr>
          <p:nvPr/>
        </p:nvCxnSpPr>
        <p:spPr>
          <a:xfrm flipV="1">
            <a:off x="2150854" y="5711236"/>
            <a:ext cx="1644767" cy="269006"/>
          </a:xfrm>
          <a:prstGeom prst="curvedConnector3">
            <a:avLst>
              <a:gd name="adj1" fmla="val 48427"/>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48" name="Connector: Curved 47">
            <a:extLst>
              <a:ext uri="{FF2B5EF4-FFF2-40B4-BE49-F238E27FC236}">
                <a16:creationId xmlns:a16="http://schemas.microsoft.com/office/drawing/2014/main" id="{363C7F8C-38A2-3565-1AB7-68D110559146}"/>
              </a:ext>
            </a:extLst>
          </p:cNvPr>
          <p:cNvCxnSpPr>
            <a:cxnSpLocks/>
            <a:stCxn id="28" idx="3"/>
            <a:endCxn id="25" idx="1"/>
          </p:cNvCxnSpPr>
          <p:nvPr/>
        </p:nvCxnSpPr>
        <p:spPr>
          <a:xfrm>
            <a:off x="2861097" y="5053247"/>
            <a:ext cx="934524" cy="657989"/>
          </a:xfrm>
          <a:prstGeom prst="curvedConnector3">
            <a:avLst>
              <a:gd name="adj1" fmla="val 46308"/>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21" name="Rectangle: Rounded Corners 20">
            <a:extLst>
              <a:ext uri="{FF2B5EF4-FFF2-40B4-BE49-F238E27FC236}">
                <a16:creationId xmlns:a16="http://schemas.microsoft.com/office/drawing/2014/main" id="{C9C6F579-F304-7379-31E7-55B1D0680272}"/>
              </a:ext>
            </a:extLst>
          </p:cNvPr>
          <p:cNvSpPr/>
          <p:nvPr/>
        </p:nvSpPr>
        <p:spPr>
          <a:xfrm>
            <a:off x="589470" y="4235476"/>
            <a:ext cx="710243" cy="657989"/>
          </a:xfrm>
          <a:prstGeom prst="roundRect">
            <a:avLst/>
          </a:prstGeom>
          <a:noFill/>
          <a:ln w="38100">
            <a:solidFill>
              <a:schemeClr val="accent2"/>
            </a:solid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a:p>
        </p:txBody>
      </p:sp>
      <p:pic>
        <p:nvPicPr>
          <p:cNvPr id="53" name="Camera 52">
            <a:extLst>
              <a:ext uri="{FF2B5EF4-FFF2-40B4-BE49-F238E27FC236}">
                <a16:creationId xmlns:a16="http://schemas.microsoft.com/office/drawing/2014/main" id="{D585982F-2F3B-C0FD-7332-2EFEA6EAD964}"/>
              </a:ext>
            </a:extLst>
          </p:cNvPr>
          <p:cNvPicPr>
            <a:picLocks noChangeAspect="1"/>
            <a:extLst>
              <a:ext uri="{51228E76-BA90-4043-B771-695A4F85340A}">
                <alf:liveFeedProps xmlns:alf="http://schemas.microsoft.com/office/drawing/2021/livefeed"/>
              </a:ext>
            </a:extLst>
          </p:cNvPicPr>
          <p:nvPr/>
        </p:nvPicPr>
        <p:blipFill>
          <a:blip r:embed="rId3">
            <a:extLst>
              <a:ext uri="{96DAC541-7B7A-43D3-8B79-37D633B846F1}">
                <asvg:svgBlip xmlns:asvg="http://schemas.microsoft.com/office/drawing/2016/SVG/main" r:embed="rId4"/>
              </a:ext>
            </a:extLst>
          </a:blip>
          <a:stretch>
            <a:fillRect/>
          </a:stretch>
        </p:blipFill>
        <p:spPr>
          <a:xfrm>
            <a:off x="9638582" y="4356235"/>
            <a:ext cx="2057400" cy="2057400"/>
          </a:xfrm>
          <a:prstGeom prst="ellipse">
            <a:avLst/>
          </a:prstGeom>
        </p:spPr>
      </p:pic>
      <p:pic>
        <p:nvPicPr>
          <p:cNvPr id="2" name="Picture 1">
            <a:extLst>
              <a:ext uri="{FF2B5EF4-FFF2-40B4-BE49-F238E27FC236}">
                <a16:creationId xmlns:a16="http://schemas.microsoft.com/office/drawing/2014/main" id="{F39904E8-7A47-D0F4-054E-80E5C56919D0}"/>
              </a:ext>
            </a:extLst>
          </p:cNvPr>
          <p:cNvPicPr>
            <a:picLocks noChangeAspect="1"/>
          </p:cNvPicPr>
          <p:nvPr/>
        </p:nvPicPr>
        <p:blipFill>
          <a:blip r:embed="rId5">
            <a:alphaModFix amt="8000"/>
            <a:extLst>
              <a:ext uri="{BEBA8EAE-BF5A-486C-A8C5-ECC9F3942E4B}">
                <a14:imgProps xmlns:a14="http://schemas.microsoft.com/office/drawing/2010/main">
                  <a14:imgLayer r:embed="rId6">
                    <a14:imgEffect>
                      <a14:colorTemperature colorTemp="5154"/>
                    </a14:imgEffect>
                    <a14:imgEffect>
                      <a14:saturation sat="36000"/>
                    </a14:imgEffect>
                  </a14:imgLayer>
                </a14:imgProps>
              </a:ext>
              <a:ext uri="{28A0092B-C50C-407E-A947-70E740481C1C}">
                <a14:useLocalDpi xmlns:a14="http://schemas.microsoft.com/office/drawing/2010/main" val="0"/>
              </a:ext>
            </a:extLst>
          </a:blip>
          <a:srcRect/>
          <a:stretch/>
        </p:blipFill>
        <p:spPr>
          <a:xfrm>
            <a:off x="14869" y="0"/>
            <a:ext cx="12177131" cy="6858000"/>
          </a:xfrm>
          <a:prstGeom prst="rect">
            <a:avLst/>
          </a:prstGeom>
        </p:spPr>
      </p:pic>
    </p:spTree>
    <p:extLst>
      <p:ext uri="{BB962C8B-B14F-4D97-AF65-F5344CB8AC3E}">
        <p14:creationId xmlns:p14="http://schemas.microsoft.com/office/powerpoint/2010/main" val="326888106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452E52-57DD-1EFA-040C-F79DE64D46C4}"/>
              </a:ext>
            </a:extLst>
          </p:cNvPr>
          <p:cNvSpPr txBox="1">
            <a:spLocks/>
          </p:cNvSpPr>
          <p:nvPr/>
        </p:nvSpPr>
        <p:spPr>
          <a:xfrm>
            <a:off x="7953554" y="427993"/>
            <a:ext cx="3847381" cy="658934"/>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r"/>
            <a:r>
              <a:rPr lang="en-US" sz="4800" dirty="0">
                <a:latin typeface="Bahnschrift" panose="020B0502040204020203" pitchFamily="34" charset="0"/>
              </a:rPr>
              <a:t>Project Goals</a:t>
            </a:r>
          </a:p>
        </p:txBody>
      </p:sp>
      <p:sp>
        <p:nvSpPr>
          <p:cNvPr id="3" name="Rectangle 2">
            <a:extLst>
              <a:ext uri="{FF2B5EF4-FFF2-40B4-BE49-F238E27FC236}">
                <a16:creationId xmlns:a16="http://schemas.microsoft.com/office/drawing/2014/main" id="{90F3FC31-3B49-A40C-08A9-EDCC30DE3946}"/>
              </a:ext>
            </a:extLst>
          </p:cNvPr>
          <p:cNvSpPr/>
          <p:nvPr/>
        </p:nvSpPr>
        <p:spPr>
          <a:xfrm>
            <a:off x="11978494" y="0"/>
            <a:ext cx="213506" cy="6858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cxnSp>
        <p:nvCxnSpPr>
          <p:cNvPr id="6" name="Straight Connector 5">
            <a:extLst>
              <a:ext uri="{FF2B5EF4-FFF2-40B4-BE49-F238E27FC236}">
                <a16:creationId xmlns:a16="http://schemas.microsoft.com/office/drawing/2014/main" id="{D2226175-DA29-1CF2-926A-192F58640EEC}"/>
              </a:ext>
            </a:extLst>
          </p:cNvPr>
          <p:cNvCxnSpPr/>
          <p:nvPr/>
        </p:nvCxnSpPr>
        <p:spPr>
          <a:xfrm>
            <a:off x="74767" y="0"/>
            <a:ext cx="0" cy="6858000"/>
          </a:xfrm>
          <a:prstGeom prst="line">
            <a:avLst/>
          </a:prstGeom>
          <a:ln w="9525"/>
        </p:spPr>
        <p:style>
          <a:lnRef idx="2">
            <a:schemeClr val="accent1"/>
          </a:lnRef>
          <a:fillRef idx="0">
            <a:schemeClr val="accent1"/>
          </a:fillRef>
          <a:effectRef idx="1">
            <a:schemeClr val="accent1"/>
          </a:effectRef>
          <a:fontRef idx="minor">
            <a:schemeClr val="tx1"/>
          </a:fontRef>
        </p:style>
      </p:cxnSp>
      <p:cxnSp>
        <p:nvCxnSpPr>
          <p:cNvPr id="7" name="Straight Connector 6">
            <a:extLst>
              <a:ext uri="{FF2B5EF4-FFF2-40B4-BE49-F238E27FC236}">
                <a16:creationId xmlns:a16="http://schemas.microsoft.com/office/drawing/2014/main" id="{5D353F66-7477-AF57-6C8B-CDDEFEF9DF0E}"/>
              </a:ext>
            </a:extLst>
          </p:cNvPr>
          <p:cNvCxnSpPr/>
          <p:nvPr/>
        </p:nvCxnSpPr>
        <p:spPr>
          <a:xfrm>
            <a:off x="11918829" y="0"/>
            <a:ext cx="0" cy="6858000"/>
          </a:xfrm>
          <a:prstGeom prst="line">
            <a:avLst/>
          </a:prstGeom>
          <a:ln w="9525"/>
        </p:spPr>
        <p:style>
          <a:lnRef idx="2">
            <a:schemeClr val="accent1"/>
          </a:lnRef>
          <a:fillRef idx="0">
            <a:schemeClr val="accent1"/>
          </a:fillRef>
          <a:effectRef idx="1">
            <a:schemeClr val="accent1"/>
          </a:effectRef>
          <a:fontRef idx="minor">
            <a:schemeClr val="tx1"/>
          </a:fontRef>
        </p:style>
      </p:cxnSp>
      <p:sp>
        <p:nvSpPr>
          <p:cNvPr id="13" name="Double Brace 12">
            <a:extLst>
              <a:ext uri="{FF2B5EF4-FFF2-40B4-BE49-F238E27FC236}">
                <a16:creationId xmlns:a16="http://schemas.microsoft.com/office/drawing/2014/main" id="{E2B2FD8E-359C-C40A-A353-89EC36F4217E}"/>
              </a:ext>
            </a:extLst>
          </p:cNvPr>
          <p:cNvSpPr/>
          <p:nvPr/>
        </p:nvSpPr>
        <p:spPr>
          <a:xfrm>
            <a:off x="485961" y="1147313"/>
            <a:ext cx="4689886" cy="715993"/>
          </a:xfrm>
          <a:prstGeom prst="bracePair">
            <a:avLst/>
          </a:prstGeom>
        </p:spPr>
        <p:style>
          <a:lnRef idx="2">
            <a:schemeClr val="accent1"/>
          </a:lnRef>
          <a:fillRef idx="0">
            <a:schemeClr val="accent1"/>
          </a:fillRef>
          <a:effectRef idx="1">
            <a:schemeClr val="accent1"/>
          </a:effectRef>
          <a:fontRef idx="minor">
            <a:schemeClr val="tx1"/>
          </a:fontRef>
        </p:style>
        <p:txBody>
          <a:bodyPr rtlCol="0" anchor="ctr"/>
          <a:lstStyle/>
          <a:p>
            <a:pPr algn="ctr"/>
            <a:r>
              <a:rPr lang="en-US" sz="2800" dirty="0">
                <a:latin typeface="Segoe UI Light" panose="020B0502040204020203" pitchFamily="34" charset="0"/>
                <a:cs typeface="Segoe UI Light" panose="020B0502040204020203" pitchFamily="34" charset="0"/>
              </a:rPr>
              <a:t>Make choices meaningful</a:t>
            </a:r>
          </a:p>
        </p:txBody>
      </p:sp>
      <p:sp>
        <p:nvSpPr>
          <p:cNvPr id="14" name="Double Brace 13">
            <a:extLst>
              <a:ext uri="{FF2B5EF4-FFF2-40B4-BE49-F238E27FC236}">
                <a16:creationId xmlns:a16="http://schemas.microsoft.com/office/drawing/2014/main" id="{E0F3A947-235E-7145-8820-081B3390E671}"/>
              </a:ext>
            </a:extLst>
          </p:cNvPr>
          <p:cNvSpPr/>
          <p:nvPr/>
        </p:nvSpPr>
        <p:spPr>
          <a:xfrm>
            <a:off x="485961" y="2231366"/>
            <a:ext cx="7786767" cy="715993"/>
          </a:xfrm>
          <a:prstGeom prst="bracePair">
            <a:avLst/>
          </a:prstGeom>
        </p:spPr>
        <p:style>
          <a:lnRef idx="2">
            <a:schemeClr val="accent1"/>
          </a:lnRef>
          <a:fillRef idx="0">
            <a:schemeClr val="accent1"/>
          </a:fillRef>
          <a:effectRef idx="1">
            <a:schemeClr val="accent1"/>
          </a:effectRef>
          <a:fontRef idx="minor">
            <a:schemeClr val="tx1"/>
          </a:fontRef>
        </p:style>
        <p:txBody>
          <a:bodyPr rtlCol="0" anchor="ctr"/>
          <a:lstStyle/>
          <a:p>
            <a:pPr algn="ctr"/>
            <a:r>
              <a:rPr lang="en-US" sz="2800" dirty="0">
                <a:latin typeface="Segoe UI Light" panose="020B0502040204020203" pitchFamily="34" charset="0"/>
                <a:cs typeface="Segoe UI Light" panose="020B0502040204020203" pitchFamily="34" charset="0"/>
              </a:rPr>
              <a:t>Build tension through emotional consequence</a:t>
            </a:r>
          </a:p>
        </p:txBody>
      </p:sp>
      <p:sp>
        <p:nvSpPr>
          <p:cNvPr id="15" name="Double Brace 14">
            <a:extLst>
              <a:ext uri="{FF2B5EF4-FFF2-40B4-BE49-F238E27FC236}">
                <a16:creationId xmlns:a16="http://schemas.microsoft.com/office/drawing/2014/main" id="{093E8950-3DC0-DEA4-10F7-200BEF3B4D2A}"/>
              </a:ext>
            </a:extLst>
          </p:cNvPr>
          <p:cNvSpPr/>
          <p:nvPr/>
        </p:nvSpPr>
        <p:spPr>
          <a:xfrm>
            <a:off x="485961" y="4398039"/>
            <a:ext cx="5681923" cy="715993"/>
          </a:xfrm>
          <a:prstGeom prst="bracePair">
            <a:avLst/>
          </a:prstGeom>
        </p:spPr>
        <p:style>
          <a:lnRef idx="2">
            <a:schemeClr val="accent1"/>
          </a:lnRef>
          <a:fillRef idx="0">
            <a:schemeClr val="accent1"/>
          </a:fillRef>
          <a:effectRef idx="1">
            <a:schemeClr val="accent1"/>
          </a:effectRef>
          <a:fontRef idx="minor">
            <a:schemeClr val="tx1"/>
          </a:fontRef>
        </p:style>
        <p:txBody>
          <a:bodyPr rtlCol="0" anchor="ctr"/>
          <a:lstStyle/>
          <a:p>
            <a:pPr algn="ctr"/>
            <a:r>
              <a:rPr lang="en-US" sz="2800" dirty="0">
                <a:latin typeface="Segoe UI Light" panose="020B0502040204020203" pitchFamily="34" charset="0"/>
                <a:cs typeface="Segoe UI Light" panose="020B0502040204020203" pitchFamily="34" charset="0"/>
              </a:rPr>
              <a:t>Keep the UI simple + immersive</a:t>
            </a:r>
          </a:p>
        </p:txBody>
      </p:sp>
      <p:sp>
        <p:nvSpPr>
          <p:cNvPr id="16" name="Double Brace 15">
            <a:extLst>
              <a:ext uri="{FF2B5EF4-FFF2-40B4-BE49-F238E27FC236}">
                <a16:creationId xmlns:a16="http://schemas.microsoft.com/office/drawing/2014/main" id="{7E4B6AC9-DFF0-A7D3-E42F-52DCB3E1954A}"/>
              </a:ext>
            </a:extLst>
          </p:cNvPr>
          <p:cNvSpPr/>
          <p:nvPr/>
        </p:nvSpPr>
        <p:spPr>
          <a:xfrm>
            <a:off x="485961" y="3315419"/>
            <a:ext cx="8114574" cy="715993"/>
          </a:xfrm>
          <a:prstGeom prst="bracePair">
            <a:avLst/>
          </a:prstGeom>
        </p:spPr>
        <p:style>
          <a:lnRef idx="2">
            <a:schemeClr val="accent1"/>
          </a:lnRef>
          <a:fillRef idx="0">
            <a:schemeClr val="accent1"/>
          </a:fillRef>
          <a:effectRef idx="1">
            <a:schemeClr val="accent1"/>
          </a:effectRef>
          <a:fontRef idx="minor">
            <a:schemeClr val="tx1"/>
          </a:fontRef>
        </p:style>
        <p:txBody>
          <a:bodyPr rtlCol="0" anchor="ctr"/>
          <a:lstStyle/>
          <a:p>
            <a:pPr algn="ctr"/>
            <a:r>
              <a:rPr lang="en-US" sz="2800" dirty="0">
                <a:latin typeface="Segoe UI Light" panose="020B0502040204020203" pitchFamily="34" charset="0"/>
                <a:cs typeface="Segoe UI Light" panose="020B0502040204020203" pitchFamily="34" charset="0"/>
              </a:rPr>
              <a:t>Utilize Ink + Figma to clearly visualize branching</a:t>
            </a:r>
          </a:p>
        </p:txBody>
      </p:sp>
      <p:sp>
        <p:nvSpPr>
          <p:cNvPr id="17" name="Double Brace 16">
            <a:extLst>
              <a:ext uri="{FF2B5EF4-FFF2-40B4-BE49-F238E27FC236}">
                <a16:creationId xmlns:a16="http://schemas.microsoft.com/office/drawing/2014/main" id="{EB623EA1-9930-B534-CCF9-2B3F75DC9BD9}"/>
              </a:ext>
            </a:extLst>
          </p:cNvPr>
          <p:cNvSpPr/>
          <p:nvPr/>
        </p:nvSpPr>
        <p:spPr>
          <a:xfrm>
            <a:off x="485961" y="5482092"/>
            <a:ext cx="5897585" cy="715993"/>
          </a:xfrm>
          <a:prstGeom prst="bracePair">
            <a:avLst/>
          </a:prstGeom>
        </p:spPr>
        <p:style>
          <a:lnRef idx="2">
            <a:schemeClr val="accent1"/>
          </a:lnRef>
          <a:fillRef idx="0">
            <a:schemeClr val="accent1"/>
          </a:fillRef>
          <a:effectRef idx="1">
            <a:schemeClr val="accent1"/>
          </a:effectRef>
          <a:fontRef idx="minor">
            <a:schemeClr val="tx1"/>
          </a:fontRef>
        </p:style>
        <p:txBody>
          <a:bodyPr rtlCol="0" anchor="ctr"/>
          <a:lstStyle/>
          <a:p>
            <a:pPr algn="ctr"/>
            <a:r>
              <a:rPr lang="en-US" sz="2800" dirty="0">
                <a:latin typeface="Segoe UI Light" panose="020B0502040204020203" pitchFamily="34" charset="0"/>
                <a:cs typeface="Segoe UI Light" panose="020B0502040204020203" pitchFamily="34" charset="0"/>
              </a:rPr>
              <a:t>Create a polished Act I prototype</a:t>
            </a:r>
          </a:p>
        </p:txBody>
      </p:sp>
      <p:pic>
        <p:nvPicPr>
          <p:cNvPr id="18" name="Camera 17">
            <a:extLst>
              <a:ext uri="{FF2B5EF4-FFF2-40B4-BE49-F238E27FC236}">
                <a16:creationId xmlns:a16="http://schemas.microsoft.com/office/drawing/2014/main" id="{153E0D73-FBA1-3A83-4A62-69BC4C6B8F6B}"/>
              </a:ext>
            </a:extLst>
          </p:cNvPr>
          <p:cNvPicPr>
            <a:picLocks noChangeAspect="1"/>
            <a:extLst>
              <a:ext uri="{51228E76-BA90-4043-B771-695A4F85340A}">
                <alf:liveFeedProps xmlns:alf="http://schemas.microsoft.com/office/drawing/2021/livefeed"/>
              </a:ext>
            </a:extLst>
          </p:cNvPicPr>
          <p:nvPr/>
        </p:nvPicPr>
        <p:blipFill>
          <a:blip r:embed="rId3">
            <a:extLst>
              <a:ext uri="{96DAC541-7B7A-43D3-8B79-37D633B846F1}">
                <asvg:svgBlip xmlns:asvg="http://schemas.microsoft.com/office/drawing/2016/SVG/main" r:embed="rId4"/>
              </a:ext>
            </a:extLst>
          </a:blip>
          <a:stretch>
            <a:fillRect/>
          </a:stretch>
        </p:blipFill>
        <p:spPr>
          <a:xfrm>
            <a:off x="9638582" y="4356235"/>
            <a:ext cx="2057400" cy="2057400"/>
          </a:xfrm>
          <a:prstGeom prst="ellipse">
            <a:avLst/>
          </a:prstGeom>
        </p:spPr>
      </p:pic>
      <p:pic>
        <p:nvPicPr>
          <p:cNvPr id="20" name="Picture 19">
            <a:extLst>
              <a:ext uri="{FF2B5EF4-FFF2-40B4-BE49-F238E27FC236}">
                <a16:creationId xmlns:a16="http://schemas.microsoft.com/office/drawing/2014/main" id="{AAA938BC-F68C-EFE6-A012-29A30C07515B}"/>
              </a:ext>
            </a:extLst>
          </p:cNvPr>
          <p:cNvPicPr>
            <a:picLocks noChangeAspect="1"/>
          </p:cNvPicPr>
          <p:nvPr/>
        </p:nvPicPr>
        <p:blipFill>
          <a:blip r:embed="rId5">
            <a:alphaModFix amt="8000"/>
            <a:extLst>
              <a:ext uri="{BEBA8EAE-BF5A-486C-A8C5-ECC9F3942E4B}">
                <a14:imgProps xmlns:a14="http://schemas.microsoft.com/office/drawing/2010/main">
                  <a14:imgLayer r:embed="rId6">
                    <a14:imgEffect>
                      <a14:colorTemperature colorTemp="5154"/>
                    </a14:imgEffect>
                    <a14:imgEffect>
                      <a14:saturation sat="36000"/>
                    </a14:imgEffect>
                  </a14:imgLayer>
                </a14:imgProps>
              </a:ext>
              <a:ext uri="{28A0092B-C50C-407E-A947-70E740481C1C}">
                <a14:useLocalDpi xmlns:a14="http://schemas.microsoft.com/office/drawing/2010/main" val="0"/>
              </a:ext>
            </a:extLst>
          </a:blip>
          <a:srcRect/>
          <a:stretch/>
        </p:blipFill>
        <p:spPr>
          <a:xfrm>
            <a:off x="14869" y="0"/>
            <a:ext cx="12177131" cy="6858000"/>
          </a:xfrm>
          <a:prstGeom prst="rect">
            <a:avLst/>
          </a:prstGeom>
        </p:spPr>
      </p:pic>
    </p:spTree>
    <p:extLst>
      <p:ext uri="{BB962C8B-B14F-4D97-AF65-F5344CB8AC3E}">
        <p14:creationId xmlns:p14="http://schemas.microsoft.com/office/powerpoint/2010/main" val="285195892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564B91-B2A6-13D1-9BF1-2A2AEFFAF95C}"/>
              </a:ext>
            </a:extLst>
          </p:cNvPr>
          <p:cNvSpPr txBox="1">
            <a:spLocks/>
          </p:cNvSpPr>
          <p:nvPr/>
        </p:nvSpPr>
        <p:spPr>
          <a:xfrm>
            <a:off x="891457" y="859315"/>
            <a:ext cx="10409085" cy="658934"/>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4800" dirty="0">
                <a:latin typeface="Bahnschrift" panose="020B0502040204020203" pitchFamily="34" charset="0"/>
              </a:rPr>
              <a:t>What Makes Echoes of Anna Unique?</a:t>
            </a:r>
          </a:p>
        </p:txBody>
      </p:sp>
      <p:cxnSp>
        <p:nvCxnSpPr>
          <p:cNvPr id="3" name="Straight Connector 2">
            <a:extLst>
              <a:ext uri="{FF2B5EF4-FFF2-40B4-BE49-F238E27FC236}">
                <a16:creationId xmlns:a16="http://schemas.microsoft.com/office/drawing/2014/main" id="{DC3E6ACD-8850-7197-2C97-C046E8BEF552}"/>
              </a:ext>
            </a:extLst>
          </p:cNvPr>
          <p:cNvCxnSpPr>
            <a:cxnSpLocks/>
          </p:cNvCxnSpPr>
          <p:nvPr/>
        </p:nvCxnSpPr>
        <p:spPr>
          <a:xfrm>
            <a:off x="0" y="716481"/>
            <a:ext cx="12192000" cy="0"/>
          </a:xfrm>
          <a:prstGeom prst="line">
            <a:avLst/>
          </a:prstGeom>
          <a:ln w="3175"/>
        </p:spPr>
        <p:style>
          <a:lnRef idx="2">
            <a:schemeClr val="accent1"/>
          </a:lnRef>
          <a:fillRef idx="0">
            <a:schemeClr val="accent1"/>
          </a:fillRef>
          <a:effectRef idx="1">
            <a:schemeClr val="accent1"/>
          </a:effectRef>
          <a:fontRef idx="minor">
            <a:schemeClr val="tx1"/>
          </a:fontRef>
        </p:style>
      </p:cxnSp>
      <p:cxnSp>
        <p:nvCxnSpPr>
          <p:cNvPr id="4" name="Straight Connector 3">
            <a:extLst>
              <a:ext uri="{FF2B5EF4-FFF2-40B4-BE49-F238E27FC236}">
                <a16:creationId xmlns:a16="http://schemas.microsoft.com/office/drawing/2014/main" id="{21E3C693-D613-08D0-A39C-111474FE6878}"/>
              </a:ext>
            </a:extLst>
          </p:cNvPr>
          <p:cNvCxnSpPr>
            <a:cxnSpLocks/>
          </p:cNvCxnSpPr>
          <p:nvPr/>
        </p:nvCxnSpPr>
        <p:spPr>
          <a:xfrm>
            <a:off x="0" y="1734398"/>
            <a:ext cx="12192000" cy="0"/>
          </a:xfrm>
          <a:prstGeom prst="line">
            <a:avLst/>
          </a:prstGeom>
          <a:ln w="3175"/>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A05FA21B-9D7D-B51E-25D4-863119D8BCF1}"/>
              </a:ext>
            </a:extLst>
          </p:cNvPr>
          <p:cNvCxnSpPr>
            <a:cxnSpLocks/>
          </p:cNvCxnSpPr>
          <p:nvPr/>
        </p:nvCxnSpPr>
        <p:spPr>
          <a:xfrm>
            <a:off x="1127191" y="1734398"/>
            <a:ext cx="0" cy="5123602"/>
          </a:xfrm>
          <a:prstGeom prst="line">
            <a:avLst/>
          </a:prstGeom>
          <a:ln w="9525"/>
        </p:spPr>
        <p:style>
          <a:lnRef idx="2">
            <a:schemeClr val="accent1"/>
          </a:lnRef>
          <a:fillRef idx="0">
            <a:schemeClr val="accent1"/>
          </a:fillRef>
          <a:effectRef idx="1">
            <a:schemeClr val="accent1"/>
          </a:effectRef>
          <a:fontRef idx="minor">
            <a:schemeClr val="tx1"/>
          </a:fontRef>
        </p:style>
      </p:cxnSp>
      <p:sp>
        <p:nvSpPr>
          <p:cNvPr id="10" name="TextBox 9">
            <a:extLst>
              <a:ext uri="{FF2B5EF4-FFF2-40B4-BE49-F238E27FC236}">
                <a16:creationId xmlns:a16="http://schemas.microsoft.com/office/drawing/2014/main" id="{4D3384EE-3675-6427-66DD-D86C385A9300}"/>
              </a:ext>
            </a:extLst>
          </p:cNvPr>
          <p:cNvSpPr txBox="1"/>
          <p:nvPr/>
        </p:nvSpPr>
        <p:spPr>
          <a:xfrm>
            <a:off x="542416" y="1898300"/>
            <a:ext cx="584775" cy="4795798"/>
          </a:xfrm>
          <a:prstGeom prst="rect">
            <a:avLst/>
          </a:prstGeom>
          <a:noFill/>
        </p:spPr>
        <p:txBody>
          <a:bodyPr vert="vert270" wrap="square" rtlCol="0">
            <a:spAutoFit/>
          </a:bodyPr>
          <a:lstStyle/>
          <a:p>
            <a:r>
              <a:rPr lang="en-US" sz="2600" dirty="0">
                <a:latin typeface="Segoe UI Light" panose="020B0502040204020203" pitchFamily="34" charset="0"/>
                <a:cs typeface="Segoe UI Light" panose="020B0502040204020203" pitchFamily="34" charset="0"/>
              </a:rPr>
              <a:t>Consequence stacking</a:t>
            </a:r>
          </a:p>
        </p:txBody>
      </p:sp>
      <p:cxnSp>
        <p:nvCxnSpPr>
          <p:cNvPr id="11" name="Straight Connector 10">
            <a:extLst>
              <a:ext uri="{FF2B5EF4-FFF2-40B4-BE49-F238E27FC236}">
                <a16:creationId xmlns:a16="http://schemas.microsoft.com/office/drawing/2014/main" id="{F93673A2-6810-A5A0-7A5E-ECC5B7820405}"/>
              </a:ext>
            </a:extLst>
          </p:cNvPr>
          <p:cNvCxnSpPr>
            <a:cxnSpLocks/>
          </p:cNvCxnSpPr>
          <p:nvPr/>
        </p:nvCxnSpPr>
        <p:spPr>
          <a:xfrm>
            <a:off x="2254382" y="1734398"/>
            <a:ext cx="0" cy="5123602"/>
          </a:xfrm>
          <a:prstGeom prst="line">
            <a:avLst/>
          </a:prstGeom>
          <a:ln w="9525"/>
        </p:spPr>
        <p:style>
          <a:lnRef idx="2">
            <a:schemeClr val="accent1"/>
          </a:lnRef>
          <a:fillRef idx="0">
            <a:schemeClr val="accent1"/>
          </a:fillRef>
          <a:effectRef idx="1">
            <a:schemeClr val="accent1"/>
          </a:effectRef>
          <a:fontRef idx="minor">
            <a:schemeClr val="tx1"/>
          </a:fontRef>
        </p:style>
      </p:cxnSp>
      <p:sp>
        <p:nvSpPr>
          <p:cNvPr id="12" name="TextBox 11">
            <a:extLst>
              <a:ext uri="{FF2B5EF4-FFF2-40B4-BE49-F238E27FC236}">
                <a16:creationId xmlns:a16="http://schemas.microsoft.com/office/drawing/2014/main" id="{5F5EB0A2-464E-11B8-C148-8361E57C8613}"/>
              </a:ext>
            </a:extLst>
          </p:cNvPr>
          <p:cNvSpPr txBox="1"/>
          <p:nvPr/>
        </p:nvSpPr>
        <p:spPr>
          <a:xfrm>
            <a:off x="1669607" y="1898300"/>
            <a:ext cx="584775" cy="4795798"/>
          </a:xfrm>
          <a:prstGeom prst="rect">
            <a:avLst/>
          </a:prstGeom>
          <a:noFill/>
        </p:spPr>
        <p:txBody>
          <a:bodyPr vert="vert270" wrap="square" rtlCol="0">
            <a:spAutoFit/>
          </a:bodyPr>
          <a:lstStyle/>
          <a:p>
            <a:r>
              <a:rPr lang="en-US" sz="2600" dirty="0">
                <a:latin typeface="Segoe UI Light" panose="020B0502040204020203" pitchFamily="34" charset="0"/>
                <a:cs typeface="Segoe UI Light" panose="020B0502040204020203" pitchFamily="34" charset="0"/>
              </a:rPr>
              <a:t>Variable-based reactions</a:t>
            </a:r>
          </a:p>
        </p:txBody>
      </p:sp>
      <p:cxnSp>
        <p:nvCxnSpPr>
          <p:cNvPr id="13" name="Straight Connector 12">
            <a:extLst>
              <a:ext uri="{FF2B5EF4-FFF2-40B4-BE49-F238E27FC236}">
                <a16:creationId xmlns:a16="http://schemas.microsoft.com/office/drawing/2014/main" id="{455AF37A-4165-93DF-6A74-D7B77F43FD97}"/>
              </a:ext>
            </a:extLst>
          </p:cNvPr>
          <p:cNvCxnSpPr>
            <a:cxnSpLocks/>
          </p:cNvCxnSpPr>
          <p:nvPr/>
        </p:nvCxnSpPr>
        <p:spPr>
          <a:xfrm>
            <a:off x="3423932" y="1734398"/>
            <a:ext cx="0" cy="5123602"/>
          </a:xfrm>
          <a:prstGeom prst="line">
            <a:avLst/>
          </a:prstGeom>
          <a:ln w="9525"/>
        </p:spPr>
        <p:style>
          <a:lnRef idx="2">
            <a:schemeClr val="accent1"/>
          </a:lnRef>
          <a:fillRef idx="0">
            <a:schemeClr val="accent1"/>
          </a:fillRef>
          <a:effectRef idx="1">
            <a:schemeClr val="accent1"/>
          </a:effectRef>
          <a:fontRef idx="minor">
            <a:schemeClr val="tx1"/>
          </a:fontRef>
        </p:style>
      </p:cxnSp>
      <p:sp>
        <p:nvSpPr>
          <p:cNvPr id="14" name="TextBox 13">
            <a:extLst>
              <a:ext uri="{FF2B5EF4-FFF2-40B4-BE49-F238E27FC236}">
                <a16:creationId xmlns:a16="http://schemas.microsoft.com/office/drawing/2014/main" id="{9F7FD208-A476-DF57-C141-DE86BD625594}"/>
              </a:ext>
            </a:extLst>
          </p:cNvPr>
          <p:cNvSpPr txBox="1"/>
          <p:nvPr/>
        </p:nvSpPr>
        <p:spPr>
          <a:xfrm>
            <a:off x="2839157" y="1898300"/>
            <a:ext cx="584775" cy="4795798"/>
          </a:xfrm>
          <a:prstGeom prst="rect">
            <a:avLst/>
          </a:prstGeom>
          <a:noFill/>
        </p:spPr>
        <p:txBody>
          <a:bodyPr vert="vert270" wrap="square" rtlCol="0">
            <a:spAutoFit/>
          </a:bodyPr>
          <a:lstStyle/>
          <a:p>
            <a:r>
              <a:rPr lang="en-US" sz="2600" dirty="0">
                <a:latin typeface="Segoe UI Light" panose="020B0502040204020203" pitchFamily="34" charset="0"/>
                <a:cs typeface="Segoe UI Light" panose="020B0502040204020203" pitchFamily="34" charset="0"/>
              </a:rPr>
              <a:t>Ambiguous emotional beats</a:t>
            </a:r>
          </a:p>
        </p:txBody>
      </p:sp>
      <p:cxnSp>
        <p:nvCxnSpPr>
          <p:cNvPr id="15" name="Straight Connector 14">
            <a:extLst>
              <a:ext uri="{FF2B5EF4-FFF2-40B4-BE49-F238E27FC236}">
                <a16:creationId xmlns:a16="http://schemas.microsoft.com/office/drawing/2014/main" id="{1615C1B9-66D7-75EE-2247-5E358D8D9F32}"/>
              </a:ext>
            </a:extLst>
          </p:cNvPr>
          <p:cNvCxnSpPr>
            <a:cxnSpLocks/>
          </p:cNvCxnSpPr>
          <p:nvPr/>
        </p:nvCxnSpPr>
        <p:spPr>
          <a:xfrm>
            <a:off x="4593481" y="1734398"/>
            <a:ext cx="0" cy="5123602"/>
          </a:xfrm>
          <a:prstGeom prst="line">
            <a:avLst/>
          </a:prstGeom>
          <a:ln w="9525"/>
        </p:spPr>
        <p:style>
          <a:lnRef idx="2">
            <a:schemeClr val="accent1"/>
          </a:lnRef>
          <a:fillRef idx="0">
            <a:schemeClr val="accent1"/>
          </a:fillRef>
          <a:effectRef idx="1">
            <a:schemeClr val="accent1"/>
          </a:effectRef>
          <a:fontRef idx="minor">
            <a:schemeClr val="tx1"/>
          </a:fontRef>
        </p:style>
      </p:cxnSp>
      <p:sp>
        <p:nvSpPr>
          <p:cNvPr id="16" name="TextBox 15">
            <a:extLst>
              <a:ext uri="{FF2B5EF4-FFF2-40B4-BE49-F238E27FC236}">
                <a16:creationId xmlns:a16="http://schemas.microsoft.com/office/drawing/2014/main" id="{F6A8E3D8-4D96-8CE2-B3BD-ECF643DF1E30}"/>
              </a:ext>
            </a:extLst>
          </p:cNvPr>
          <p:cNvSpPr txBox="1"/>
          <p:nvPr/>
        </p:nvSpPr>
        <p:spPr>
          <a:xfrm>
            <a:off x="4008706" y="1898300"/>
            <a:ext cx="584775" cy="4795798"/>
          </a:xfrm>
          <a:prstGeom prst="rect">
            <a:avLst/>
          </a:prstGeom>
          <a:noFill/>
        </p:spPr>
        <p:txBody>
          <a:bodyPr vert="vert270" wrap="square" rtlCol="0">
            <a:spAutoFit/>
          </a:bodyPr>
          <a:lstStyle/>
          <a:p>
            <a:r>
              <a:rPr lang="en-US" sz="2600" dirty="0">
                <a:latin typeface="Segoe UI Light" panose="020B0502040204020203" pitchFamily="34" charset="0"/>
                <a:cs typeface="Segoe UI Light" panose="020B0502040204020203" pitchFamily="34" charset="0"/>
              </a:rPr>
              <a:t>Replayability via narrative</a:t>
            </a:r>
          </a:p>
        </p:txBody>
      </p:sp>
      <p:grpSp>
        <p:nvGrpSpPr>
          <p:cNvPr id="124" name="Group 123">
            <a:extLst>
              <a:ext uri="{FF2B5EF4-FFF2-40B4-BE49-F238E27FC236}">
                <a16:creationId xmlns:a16="http://schemas.microsoft.com/office/drawing/2014/main" id="{C59BF57E-465F-7C7D-8A09-5CAE880CC007}"/>
              </a:ext>
            </a:extLst>
          </p:cNvPr>
          <p:cNvGrpSpPr/>
          <p:nvPr/>
        </p:nvGrpSpPr>
        <p:grpSpPr>
          <a:xfrm>
            <a:off x="4593480" y="2237465"/>
            <a:ext cx="4877156" cy="3904054"/>
            <a:chOff x="4783503" y="2107230"/>
            <a:chExt cx="4877156" cy="3904054"/>
          </a:xfrm>
        </p:grpSpPr>
        <p:sp>
          <p:nvSpPr>
            <p:cNvPr id="19" name="TextBox 18">
              <a:extLst>
                <a:ext uri="{FF2B5EF4-FFF2-40B4-BE49-F238E27FC236}">
                  <a16:creationId xmlns:a16="http://schemas.microsoft.com/office/drawing/2014/main" id="{270BC1E5-EA45-D1D5-E161-F724A15386B6}"/>
                </a:ext>
              </a:extLst>
            </p:cNvPr>
            <p:cNvSpPr txBox="1"/>
            <p:nvPr/>
          </p:nvSpPr>
          <p:spPr>
            <a:xfrm>
              <a:off x="7942066" y="5518841"/>
              <a:ext cx="1718593" cy="492443"/>
            </a:xfrm>
            <a:prstGeom prst="rect">
              <a:avLst/>
            </a:prstGeom>
            <a:noFill/>
          </p:spPr>
          <p:txBody>
            <a:bodyPr vert="horz" wrap="square" rtlCol="0">
              <a:spAutoFit/>
            </a:bodyPr>
            <a:lstStyle/>
            <a:p>
              <a:pPr algn="ctr"/>
              <a:r>
                <a:rPr lang="en-US" sz="2600" dirty="0">
                  <a:latin typeface="Segoe UI Light" panose="020B0502040204020203" pitchFamily="34" charset="0"/>
                  <a:cs typeface="Segoe UI Light" panose="020B0502040204020203" pitchFamily="34" charset="0"/>
                </a:rPr>
                <a:t>autonomy</a:t>
              </a:r>
            </a:p>
          </p:txBody>
        </p:sp>
        <p:sp>
          <p:nvSpPr>
            <p:cNvPr id="18" name="TextBox 17">
              <a:extLst>
                <a:ext uri="{FF2B5EF4-FFF2-40B4-BE49-F238E27FC236}">
                  <a16:creationId xmlns:a16="http://schemas.microsoft.com/office/drawing/2014/main" id="{867B47AE-8C9C-4512-BDB3-E80681D1D195}"/>
                </a:ext>
              </a:extLst>
            </p:cNvPr>
            <p:cNvSpPr txBox="1"/>
            <p:nvPr/>
          </p:nvSpPr>
          <p:spPr>
            <a:xfrm>
              <a:off x="4783503" y="4210794"/>
              <a:ext cx="1151237" cy="492443"/>
            </a:xfrm>
            <a:prstGeom prst="rect">
              <a:avLst/>
            </a:prstGeom>
            <a:noFill/>
          </p:spPr>
          <p:txBody>
            <a:bodyPr vert="horz" wrap="square" rtlCol="0">
              <a:spAutoFit/>
            </a:bodyPr>
            <a:lstStyle/>
            <a:p>
              <a:pPr algn="ctr"/>
              <a:r>
                <a:rPr lang="en-US" sz="2600" dirty="0">
                  <a:latin typeface="Segoe UI Light" panose="020B0502040204020203" pitchFamily="34" charset="0"/>
                  <a:cs typeface="Segoe UI Light" panose="020B0502040204020203" pitchFamily="34" charset="0"/>
                </a:rPr>
                <a:t>trust</a:t>
              </a:r>
            </a:p>
          </p:txBody>
        </p:sp>
        <p:sp>
          <p:nvSpPr>
            <p:cNvPr id="21" name="Rectangle 20">
              <a:extLst>
                <a:ext uri="{FF2B5EF4-FFF2-40B4-BE49-F238E27FC236}">
                  <a16:creationId xmlns:a16="http://schemas.microsoft.com/office/drawing/2014/main" id="{7383B810-BCC5-CBD0-28A4-EAD554D7D025}"/>
                </a:ext>
              </a:extLst>
            </p:cNvPr>
            <p:cNvSpPr/>
            <p:nvPr/>
          </p:nvSpPr>
          <p:spPr>
            <a:xfrm>
              <a:off x="4984578" y="4629176"/>
              <a:ext cx="749086" cy="18288"/>
            </a:xfrm>
            <a:prstGeom prst="rect">
              <a:avLst/>
            </a:prstGeom>
            <a:solidFill>
              <a:srgbClr val="FFFF9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06461F55-2F92-9707-9174-FA3C2F82ABC6}"/>
                </a:ext>
              </a:extLst>
            </p:cNvPr>
            <p:cNvSpPr txBox="1"/>
            <p:nvPr/>
          </p:nvSpPr>
          <p:spPr>
            <a:xfrm>
              <a:off x="7528418" y="2107230"/>
              <a:ext cx="1359044" cy="492443"/>
            </a:xfrm>
            <a:prstGeom prst="rect">
              <a:avLst/>
            </a:prstGeom>
            <a:noFill/>
          </p:spPr>
          <p:txBody>
            <a:bodyPr vert="horz" wrap="square" rtlCol="0">
              <a:spAutoFit/>
            </a:bodyPr>
            <a:lstStyle/>
            <a:p>
              <a:pPr algn="ctr"/>
              <a:r>
                <a:rPr lang="en-US" sz="2600" dirty="0">
                  <a:latin typeface="Segoe UI Light" panose="020B0502040204020203" pitchFamily="34" charset="0"/>
                  <a:cs typeface="Segoe UI Light" panose="020B0502040204020203" pitchFamily="34" charset="0"/>
                </a:rPr>
                <a:t>curiosity</a:t>
              </a:r>
            </a:p>
          </p:txBody>
        </p:sp>
        <p:sp>
          <p:nvSpPr>
            <p:cNvPr id="22" name="Rectangle 21">
              <a:extLst>
                <a:ext uri="{FF2B5EF4-FFF2-40B4-BE49-F238E27FC236}">
                  <a16:creationId xmlns:a16="http://schemas.microsoft.com/office/drawing/2014/main" id="{E040CBE3-F8A3-C0E2-EBC7-31479000B98F}"/>
                </a:ext>
              </a:extLst>
            </p:cNvPr>
            <p:cNvSpPr/>
            <p:nvPr/>
          </p:nvSpPr>
          <p:spPr>
            <a:xfrm>
              <a:off x="7604383" y="2513305"/>
              <a:ext cx="1203027" cy="18288"/>
            </a:xfrm>
            <a:prstGeom prst="rect">
              <a:avLst/>
            </a:prstGeom>
            <a:solidFill>
              <a:srgbClr val="00B0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5FE223C8-330A-9402-9E25-B079D9246A1A}"/>
                </a:ext>
              </a:extLst>
            </p:cNvPr>
            <p:cNvSpPr/>
            <p:nvPr/>
          </p:nvSpPr>
          <p:spPr>
            <a:xfrm>
              <a:off x="8039562" y="5936135"/>
              <a:ext cx="1456541" cy="18288"/>
            </a:xfrm>
            <a:prstGeom prst="rect">
              <a:avLst/>
            </a:prstGeom>
            <a:solidFill>
              <a:schemeClr val="accent6">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6" name="Group 105">
              <a:extLst>
                <a:ext uri="{FF2B5EF4-FFF2-40B4-BE49-F238E27FC236}">
                  <a16:creationId xmlns:a16="http://schemas.microsoft.com/office/drawing/2014/main" id="{B86B8AF3-2DAA-0A79-6B98-328EF4133C32}"/>
                </a:ext>
              </a:extLst>
            </p:cNvPr>
            <p:cNvGrpSpPr/>
            <p:nvPr/>
          </p:nvGrpSpPr>
          <p:grpSpPr>
            <a:xfrm rot="1210791">
              <a:off x="6181498" y="2591562"/>
              <a:ext cx="3066495" cy="2535886"/>
              <a:chOff x="9182969" y="2574597"/>
              <a:chExt cx="2560320" cy="2560320"/>
            </a:xfrm>
          </p:grpSpPr>
          <p:cxnSp>
            <p:nvCxnSpPr>
              <p:cNvPr id="60" name="Straight Connector 59">
                <a:extLst>
                  <a:ext uri="{FF2B5EF4-FFF2-40B4-BE49-F238E27FC236}">
                    <a16:creationId xmlns:a16="http://schemas.microsoft.com/office/drawing/2014/main" id="{E18CD420-2B2E-13C5-7B5F-D92A4E8B8E69}"/>
                  </a:ext>
                </a:extLst>
              </p:cNvPr>
              <p:cNvCxnSpPr>
                <a:cxnSpLocks/>
                <a:stCxn id="58" idx="0"/>
              </p:cNvCxnSpPr>
              <p:nvPr/>
            </p:nvCxnSpPr>
            <p:spPr>
              <a:xfrm>
                <a:off x="10463129" y="2574597"/>
                <a:ext cx="0" cy="1709228"/>
              </a:xfrm>
              <a:prstGeom prst="line">
                <a:avLst/>
              </a:prstGeom>
              <a:ln>
                <a:solidFill>
                  <a:schemeClr val="tx1"/>
                </a:solidFill>
              </a:ln>
            </p:spPr>
            <p:style>
              <a:lnRef idx="2">
                <a:schemeClr val="accent4"/>
              </a:lnRef>
              <a:fillRef idx="0">
                <a:schemeClr val="accent4"/>
              </a:fillRef>
              <a:effectRef idx="1">
                <a:schemeClr val="accent4"/>
              </a:effectRef>
              <a:fontRef idx="minor">
                <a:schemeClr val="tx1"/>
              </a:fontRef>
            </p:style>
          </p:cxnSp>
          <p:grpSp>
            <p:nvGrpSpPr>
              <p:cNvPr id="105" name="Group 104">
                <a:extLst>
                  <a:ext uri="{FF2B5EF4-FFF2-40B4-BE49-F238E27FC236}">
                    <a16:creationId xmlns:a16="http://schemas.microsoft.com/office/drawing/2014/main" id="{DCAA0F30-6313-0145-91EB-5A2BDFEBADFB}"/>
                  </a:ext>
                </a:extLst>
              </p:cNvPr>
              <p:cNvGrpSpPr/>
              <p:nvPr/>
            </p:nvGrpSpPr>
            <p:grpSpPr>
              <a:xfrm>
                <a:off x="9182969" y="2574597"/>
                <a:ext cx="2560320" cy="2560320"/>
                <a:chOff x="9182969" y="2574597"/>
                <a:chExt cx="2560320" cy="2560320"/>
              </a:xfrm>
            </p:grpSpPr>
            <p:sp>
              <p:nvSpPr>
                <p:cNvPr id="58" name="Isosceles Triangle 57">
                  <a:extLst>
                    <a:ext uri="{FF2B5EF4-FFF2-40B4-BE49-F238E27FC236}">
                      <a16:creationId xmlns:a16="http://schemas.microsoft.com/office/drawing/2014/main" id="{6F40A920-1ACA-F934-661A-493928342DD6}"/>
                    </a:ext>
                  </a:extLst>
                </p:cNvPr>
                <p:cNvSpPr/>
                <p:nvPr/>
              </p:nvSpPr>
              <p:spPr>
                <a:xfrm>
                  <a:off x="9182969" y="2574597"/>
                  <a:ext cx="2560320" cy="2560320"/>
                </a:xfrm>
                <a:prstGeom prst="triangle">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1" name="Straight Connector 60">
                  <a:extLst>
                    <a:ext uri="{FF2B5EF4-FFF2-40B4-BE49-F238E27FC236}">
                      <a16:creationId xmlns:a16="http://schemas.microsoft.com/office/drawing/2014/main" id="{F1473C85-E23F-8131-DFE8-07E9CCDF7421}"/>
                    </a:ext>
                  </a:extLst>
                </p:cNvPr>
                <p:cNvCxnSpPr>
                  <a:cxnSpLocks/>
                  <a:stCxn id="58" idx="2"/>
                </p:cNvCxnSpPr>
                <p:nvPr/>
              </p:nvCxnSpPr>
              <p:spPr>
                <a:xfrm flipV="1">
                  <a:off x="9182969" y="4283825"/>
                  <a:ext cx="1280160" cy="851092"/>
                </a:xfrm>
                <a:prstGeom prst="line">
                  <a:avLst/>
                </a:prstGeom>
                <a:ln>
                  <a:solidFill>
                    <a:schemeClr val="tx1"/>
                  </a:solidFill>
                </a:ln>
              </p:spPr>
              <p:style>
                <a:lnRef idx="2">
                  <a:schemeClr val="accent4"/>
                </a:lnRef>
                <a:fillRef idx="0">
                  <a:schemeClr val="accent4"/>
                </a:fillRef>
                <a:effectRef idx="1">
                  <a:schemeClr val="accent4"/>
                </a:effectRef>
                <a:fontRef idx="minor">
                  <a:schemeClr val="tx1"/>
                </a:fontRef>
              </p:style>
            </p:cxnSp>
            <p:cxnSp>
              <p:nvCxnSpPr>
                <p:cNvPr id="64" name="Straight Connector 63">
                  <a:extLst>
                    <a:ext uri="{FF2B5EF4-FFF2-40B4-BE49-F238E27FC236}">
                      <a16:creationId xmlns:a16="http://schemas.microsoft.com/office/drawing/2014/main" id="{3DDFDC94-F8D7-3E8A-E334-CE08D29F8812}"/>
                    </a:ext>
                  </a:extLst>
                </p:cNvPr>
                <p:cNvCxnSpPr>
                  <a:cxnSpLocks/>
                  <a:stCxn id="58" idx="4"/>
                </p:cNvCxnSpPr>
                <p:nvPr/>
              </p:nvCxnSpPr>
              <p:spPr>
                <a:xfrm flipH="1" flipV="1">
                  <a:off x="10463129" y="4283825"/>
                  <a:ext cx="1280160" cy="851092"/>
                </a:xfrm>
                <a:prstGeom prst="line">
                  <a:avLst/>
                </a:prstGeom>
                <a:ln>
                  <a:solidFill>
                    <a:schemeClr val="tx1"/>
                  </a:solidFill>
                </a:ln>
              </p:spPr>
              <p:style>
                <a:lnRef idx="2">
                  <a:schemeClr val="accent4"/>
                </a:lnRef>
                <a:fillRef idx="0">
                  <a:schemeClr val="accent4"/>
                </a:fillRef>
                <a:effectRef idx="1">
                  <a:schemeClr val="accent4"/>
                </a:effectRef>
                <a:fontRef idx="minor">
                  <a:schemeClr val="tx1"/>
                </a:fontRef>
              </p:style>
            </p:cxnSp>
            <p:cxnSp>
              <p:nvCxnSpPr>
                <p:cNvPr id="74" name="Straight Connector 73">
                  <a:extLst>
                    <a:ext uri="{FF2B5EF4-FFF2-40B4-BE49-F238E27FC236}">
                      <a16:creationId xmlns:a16="http://schemas.microsoft.com/office/drawing/2014/main" id="{CC0D5F71-E096-BBB2-82BA-6A204EC1093E}"/>
                    </a:ext>
                  </a:extLst>
                </p:cNvPr>
                <p:cNvCxnSpPr/>
                <p:nvPr/>
              </p:nvCxnSpPr>
              <p:spPr>
                <a:xfrm>
                  <a:off x="9428089" y="5004262"/>
                  <a:ext cx="2098893" cy="0"/>
                </a:xfrm>
                <a:prstGeom prst="line">
                  <a:avLst/>
                </a:prstGeom>
                <a:ln w="6350">
                  <a:solidFill>
                    <a:schemeClr val="tx1">
                      <a:lumMod val="50000"/>
                    </a:schemeClr>
                  </a:solidFill>
                  <a:prstDash val="dash"/>
                </a:ln>
              </p:spPr>
              <p:style>
                <a:lnRef idx="2">
                  <a:schemeClr val="accent1"/>
                </a:lnRef>
                <a:fillRef idx="0">
                  <a:schemeClr val="accent1"/>
                </a:fillRef>
                <a:effectRef idx="1">
                  <a:schemeClr val="accent1"/>
                </a:effectRef>
                <a:fontRef idx="minor">
                  <a:schemeClr val="tx1"/>
                </a:fontRef>
              </p:style>
            </p:cxnSp>
            <p:cxnSp>
              <p:nvCxnSpPr>
                <p:cNvPr id="75" name="Straight Connector 74">
                  <a:extLst>
                    <a:ext uri="{FF2B5EF4-FFF2-40B4-BE49-F238E27FC236}">
                      <a16:creationId xmlns:a16="http://schemas.microsoft.com/office/drawing/2014/main" id="{98032014-FF45-42C3-21A8-BC8D74262F6B}"/>
                    </a:ext>
                  </a:extLst>
                </p:cNvPr>
                <p:cNvCxnSpPr>
                  <a:cxnSpLocks/>
                </p:cNvCxnSpPr>
                <p:nvPr/>
              </p:nvCxnSpPr>
              <p:spPr>
                <a:xfrm>
                  <a:off x="9638126" y="4857403"/>
                  <a:ext cx="1650006" cy="0"/>
                </a:xfrm>
                <a:prstGeom prst="line">
                  <a:avLst/>
                </a:prstGeom>
                <a:ln w="6350">
                  <a:solidFill>
                    <a:schemeClr val="tx1">
                      <a:lumMod val="50000"/>
                    </a:schemeClr>
                  </a:solidFill>
                  <a:prstDash val="dash"/>
                </a:ln>
              </p:spPr>
              <p:style>
                <a:lnRef idx="2">
                  <a:schemeClr val="accent1"/>
                </a:lnRef>
                <a:fillRef idx="0">
                  <a:schemeClr val="accent1"/>
                </a:fillRef>
                <a:effectRef idx="1">
                  <a:schemeClr val="accent1"/>
                </a:effectRef>
                <a:fontRef idx="minor">
                  <a:schemeClr val="tx1"/>
                </a:fontRef>
              </p:style>
            </p:cxnSp>
            <p:cxnSp>
              <p:nvCxnSpPr>
                <p:cNvPr id="77" name="Straight Connector 76">
                  <a:extLst>
                    <a:ext uri="{FF2B5EF4-FFF2-40B4-BE49-F238E27FC236}">
                      <a16:creationId xmlns:a16="http://schemas.microsoft.com/office/drawing/2014/main" id="{C94DE601-D656-3706-3F5F-6E18ABEA2028}"/>
                    </a:ext>
                  </a:extLst>
                </p:cNvPr>
                <p:cNvCxnSpPr>
                  <a:cxnSpLocks/>
                </p:cNvCxnSpPr>
                <p:nvPr/>
              </p:nvCxnSpPr>
              <p:spPr>
                <a:xfrm>
                  <a:off x="9829319" y="4704228"/>
                  <a:ext cx="1232150" cy="0"/>
                </a:xfrm>
                <a:prstGeom prst="line">
                  <a:avLst/>
                </a:prstGeom>
                <a:ln w="6350">
                  <a:solidFill>
                    <a:schemeClr val="tx1">
                      <a:lumMod val="50000"/>
                    </a:schemeClr>
                  </a:solidFill>
                  <a:prstDash val="dash"/>
                </a:ln>
              </p:spPr>
              <p:style>
                <a:lnRef idx="2">
                  <a:schemeClr val="accent1"/>
                </a:lnRef>
                <a:fillRef idx="0">
                  <a:schemeClr val="accent1"/>
                </a:fillRef>
                <a:effectRef idx="1">
                  <a:schemeClr val="accent1"/>
                </a:effectRef>
                <a:fontRef idx="minor">
                  <a:schemeClr val="tx1"/>
                </a:fontRef>
              </p:style>
            </p:cxnSp>
            <p:cxnSp>
              <p:nvCxnSpPr>
                <p:cNvPr id="79" name="Straight Connector 78">
                  <a:extLst>
                    <a:ext uri="{FF2B5EF4-FFF2-40B4-BE49-F238E27FC236}">
                      <a16:creationId xmlns:a16="http://schemas.microsoft.com/office/drawing/2014/main" id="{7D2BE070-E913-9F45-9ABA-6529DCC1A57F}"/>
                    </a:ext>
                  </a:extLst>
                </p:cNvPr>
                <p:cNvCxnSpPr>
                  <a:cxnSpLocks/>
                </p:cNvCxnSpPr>
                <p:nvPr/>
              </p:nvCxnSpPr>
              <p:spPr>
                <a:xfrm>
                  <a:off x="10049054" y="4551829"/>
                  <a:ext cx="828149" cy="0"/>
                </a:xfrm>
                <a:prstGeom prst="line">
                  <a:avLst/>
                </a:prstGeom>
                <a:ln w="6350">
                  <a:solidFill>
                    <a:schemeClr val="tx1">
                      <a:lumMod val="50000"/>
                    </a:schemeClr>
                  </a:solidFill>
                  <a:prstDash val="dash"/>
                </a:ln>
              </p:spPr>
              <p:style>
                <a:lnRef idx="2">
                  <a:schemeClr val="accent1"/>
                </a:lnRef>
                <a:fillRef idx="0">
                  <a:schemeClr val="accent1"/>
                </a:fillRef>
                <a:effectRef idx="1">
                  <a:schemeClr val="accent1"/>
                </a:effectRef>
                <a:fontRef idx="minor">
                  <a:schemeClr val="tx1"/>
                </a:fontRef>
              </p:style>
            </p:cxnSp>
            <p:cxnSp>
              <p:nvCxnSpPr>
                <p:cNvPr id="81" name="Straight Connector 80">
                  <a:extLst>
                    <a:ext uri="{FF2B5EF4-FFF2-40B4-BE49-F238E27FC236}">
                      <a16:creationId xmlns:a16="http://schemas.microsoft.com/office/drawing/2014/main" id="{B997392F-9B8D-1B8F-BA3D-07537AF4137F}"/>
                    </a:ext>
                  </a:extLst>
                </p:cNvPr>
                <p:cNvCxnSpPr>
                  <a:cxnSpLocks/>
                </p:cNvCxnSpPr>
                <p:nvPr/>
              </p:nvCxnSpPr>
              <p:spPr>
                <a:xfrm>
                  <a:off x="10310299" y="4410513"/>
                  <a:ext cx="335533" cy="0"/>
                </a:xfrm>
                <a:prstGeom prst="line">
                  <a:avLst/>
                </a:prstGeom>
                <a:ln w="6350">
                  <a:solidFill>
                    <a:schemeClr val="tx1">
                      <a:lumMod val="50000"/>
                    </a:schemeClr>
                  </a:solidFill>
                  <a:prstDash val="dash"/>
                </a:ln>
              </p:spPr>
              <p:style>
                <a:lnRef idx="2">
                  <a:schemeClr val="accent1"/>
                </a:lnRef>
                <a:fillRef idx="0">
                  <a:schemeClr val="accent1"/>
                </a:fillRef>
                <a:effectRef idx="1">
                  <a:schemeClr val="accent1"/>
                </a:effectRef>
                <a:fontRef idx="minor">
                  <a:schemeClr val="tx1"/>
                </a:fontRef>
              </p:style>
            </p:cxnSp>
            <p:cxnSp>
              <p:nvCxnSpPr>
                <p:cNvPr id="84" name="Straight Connector 83">
                  <a:extLst>
                    <a:ext uri="{FF2B5EF4-FFF2-40B4-BE49-F238E27FC236}">
                      <a16:creationId xmlns:a16="http://schemas.microsoft.com/office/drawing/2014/main" id="{6E3FA8AB-2360-6158-5455-8C0ED547AD6B}"/>
                    </a:ext>
                  </a:extLst>
                </p:cNvPr>
                <p:cNvCxnSpPr>
                  <a:cxnSpLocks/>
                </p:cNvCxnSpPr>
                <p:nvPr/>
              </p:nvCxnSpPr>
              <p:spPr>
                <a:xfrm flipV="1">
                  <a:off x="9396872" y="2794833"/>
                  <a:ext cx="1066258" cy="2168780"/>
                </a:xfrm>
                <a:prstGeom prst="line">
                  <a:avLst/>
                </a:prstGeom>
                <a:ln w="6350">
                  <a:solidFill>
                    <a:schemeClr val="tx1">
                      <a:lumMod val="50000"/>
                    </a:schemeClr>
                  </a:solidFill>
                  <a:prstDash val="dash"/>
                </a:ln>
              </p:spPr>
              <p:style>
                <a:lnRef idx="2">
                  <a:schemeClr val="accent1"/>
                </a:lnRef>
                <a:fillRef idx="0">
                  <a:schemeClr val="accent1"/>
                </a:fillRef>
                <a:effectRef idx="1">
                  <a:schemeClr val="accent1"/>
                </a:effectRef>
                <a:fontRef idx="minor">
                  <a:schemeClr val="tx1"/>
                </a:fontRef>
              </p:style>
            </p:cxnSp>
            <p:cxnSp>
              <p:nvCxnSpPr>
                <p:cNvPr id="90" name="Straight Connector 89">
                  <a:extLst>
                    <a:ext uri="{FF2B5EF4-FFF2-40B4-BE49-F238E27FC236}">
                      <a16:creationId xmlns:a16="http://schemas.microsoft.com/office/drawing/2014/main" id="{99670D61-8230-4216-1A27-DCCF1C322C57}"/>
                    </a:ext>
                  </a:extLst>
                </p:cNvPr>
                <p:cNvCxnSpPr>
                  <a:cxnSpLocks/>
                </p:cNvCxnSpPr>
                <p:nvPr/>
              </p:nvCxnSpPr>
              <p:spPr>
                <a:xfrm flipV="1">
                  <a:off x="9610774" y="3125585"/>
                  <a:ext cx="851153" cy="1707374"/>
                </a:xfrm>
                <a:prstGeom prst="line">
                  <a:avLst/>
                </a:prstGeom>
                <a:ln w="6350">
                  <a:solidFill>
                    <a:schemeClr val="tx1">
                      <a:lumMod val="50000"/>
                    </a:schemeClr>
                  </a:solidFill>
                  <a:prstDash val="dash"/>
                </a:ln>
              </p:spPr>
              <p:style>
                <a:lnRef idx="2">
                  <a:schemeClr val="accent1"/>
                </a:lnRef>
                <a:fillRef idx="0">
                  <a:schemeClr val="accent1"/>
                </a:fillRef>
                <a:effectRef idx="1">
                  <a:schemeClr val="accent1"/>
                </a:effectRef>
                <a:fontRef idx="minor">
                  <a:schemeClr val="tx1"/>
                </a:fontRef>
              </p:style>
            </p:cxnSp>
            <p:cxnSp>
              <p:nvCxnSpPr>
                <p:cNvPr id="91" name="Straight Connector 90">
                  <a:extLst>
                    <a:ext uri="{FF2B5EF4-FFF2-40B4-BE49-F238E27FC236}">
                      <a16:creationId xmlns:a16="http://schemas.microsoft.com/office/drawing/2014/main" id="{A9753F74-C779-261C-D6C9-689B5C2AFE77}"/>
                    </a:ext>
                  </a:extLst>
                </p:cNvPr>
                <p:cNvCxnSpPr>
                  <a:cxnSpLocks/>
                </p:cNvCxnSpPr>
                <p:nvPr/>
              </p:nvCxnSpPr>
              <p:spPr>
                <a:xfrm flipV="1">
                  <a:off x="9834096" y="3425619"/>
                  <a:ext cx="627831" cy="1250267"/>
                </a:xfrm>
                <a:prstGeom prst="line">
                  <a:avLst/>
                </a:prstGeom>
                <a:ln w="6350">
                  <a:solidFill>
                    <a:schemeClr val="tx1">
                      <a:lumMod val="50000"/>
                    </a:schemeClr>
                  </a:solidFill>
                  <a:prstDash val="dash"/>
                </a:ln>
              </p:spPr>
              <p:style>
                <a:lnRef idx="2">
                  <a:schemeClr val="accent1"/>
                </a:lnRef>
                <a:fillRef idx="0">
                  <a:schemeClr val="accent1"/>
                </a:fillRef>
                <a:effectRef idx="1">
                  <a:schemeClr val="accent1"/>
                </a:effectRef>
                <a:fontRef idx="minor">
                  <a:schemeClr val="tx1"/>
                </a:fontRef>
              </p:style>
            </p:cxnSp>
            <p:cxnSp>
              <p:nvCxnSpPr>
                <p:cNvPr id="92" name="Straight Connector 91">
                  <a:extLst>
                    <a:ext uri="{FF2B5EF4-FFF2-40B4-BE49-F238E27FC236}">
                      <a16:creationId xmlns:a16="http://schemas.microsoft.com/office/drawing/2014/main" id="{7B79B7AC-2052-B939-6809-911E38FCB2EC}"/>
                    </a:ext>
                  </a:extLst>
                </p:cNvPr>
                <p:cNvCxnSpPr>
                  <a:cxnSpLocks/>
                </p:cNvCxnSpPr>
                <p:nvPr/>
              </p:nvCxnSpPr>
              <p:spPr>
                <a:xfrm flipV="1">
                  <a:off x="10049229" y="3739268"/>
                  <a:ext cx="396165" cy="799148"/>
                </a:xfrm>
                <a:prstGeom prst="line">
                  <a:avLst/>
                </a:prstGeom>
                <a:ln w="6350">
                  <a:solidFill>
                    <a:schemeClr val="tx1">
                      <a:lumMod val="50000"/>
                    </a:schemeClr>
                  </a:solidFill>
                  <a:prstDash val="dash"/>
                </a:ln>
              </p:spPr>
              <p:style>
                <a:lnRef idx="2">
                  <a:schemeClr val="accent1"/>
                </a:lnRef>
                <a:fillRef idx="0">
                  <a:schemeClr val="accent1"/>
                </a:fillRef>
                <a:effectRef idx="1">
                  <a:schemeClr val="accent1"/>
                </a:effectRef>
                <a:fontRef idx="minor">
                  <a:schemeClr val="tx1"/>
                </a:fontRef>
              </p:style>
            </p:cxnSp>
            <p:cxnSp>
              <p:nvCxnSpPr>
                <p:cNvPr id="96" name="Straight Connector 95">
                  <a:extLst>
                    <a:ext uri="{FF2B5EF4-FFF2-40B4-BE49-F238E27FC236}">
                      <a16:creationId xmlns:a16="http://schemas.microsoft.com/office/drawing/2014/main" id="{B4917705-5A84-8B64-B53A-2A99A92F630D}"/>
                    </a:ext>
                  </a:extLst>
                </p:cNvPr>
                <p:cNvCxnSpPr>
                  <a:cxnSpLocks/>
                </p:cNvCxnSpPr>
                <p:nvPr/>
              </p:nvCxnSpPr>
              <p:spPr>
                <a:xfrm flipV="1">
                  <a:off x="10280867" y="4024338"/>
                  <a:ext cx="164527" cy="352344"/>
                </a:xfrm>
                <a:prstGeom prst="line">
                  <a:avLst/>
                </a:prstGeom>
                <a:ln w="6350">
                  <a:solidFill>
                    <a:schemeClr val="tx1">
                      <a:lumMod val="50000"/>
                    </a:schemeClr>
                  </a:solidFill>
                  <a:prstDash val="dash"/>
                </a:ln>
              </p:spPr>
              <p:style>
                <a:lnRef idx="2">
                  <a:schemeClr val="accent1"/>
                </a:lnRef>
                <a:fillRef idx="0">
                  <a:schemeClr val="accent1"/>
                </a:fillRef>
                <a:effectRef idx="1">
                  <a:schemeClr val="accent1"/>
                </a:effectRef>
                <a:fontRef idx="minor">
                  <a:schemeClr val="tx1"/>
                </a:fontRef>
              </p:style>
            </p:cxnSp>
            <p:grpSp>
              <p:nvGrpSpPr>
                <p:cNvPr id="104" name="Group 103">
                  <a:extLst>
                    <a:ext uri="{FF2B5EF4-FFF2-40B4-BE49-F238E27FC236}">
                      <a16:creationId xmlns:a16="http://schemas.microsoft.com/office/drawing/2014/main" id="{794BE8A7-E3AB-22AD-B416-69F472D11192}"/>
                    </a:ext>
                  </a:extLst>
                </p:cNvPr>
                <p:cNvGrpSpPr/>
                <p:nvPr/>
              </p:nvGrpSpPr>
              <p:grpSpPr>
                <a:xfrm flipH="1">
                  <a:off x="10482944" y="2794833"/>
                  <a:ext cx="1066258" cy="2168780"/>
                  <a:chOff x="9549272" y="2947233"/>
                  <a:chExt cx="1066258" cy="2168780"/>
                </a:xfrm>
              </p:grpSpPr>
              <p:cxnSp>
                <p:nvCxnSpPr>
                  <p:cNvPr id="99" name="Straight Connector 98">
                    <a:extLst>
                      <a:ext uri="{FF2B5EF4-FFF2-40B4-BE49-F238E27FC236}">
                        <a16:creationId xmlns:a16="http://schemas.microsoft.com/office/drawing/2014/main" id="{9FFF8A6B-7CC4-2B20-3512-AB9E52572B64}"/>
                      </a:ext>
                    </a:extLst>
                  </p:cNvPr>
                  <p:cNvCxnSpPr>
                    <a:cxnSpLocks/>
                  </p:cNvCxnSpPr>
                  <p:nvPr/>
                </p:nvCxnSpPr>
                <p:spPr>
                  <a:xfrm flipV="1">
                    <a:off x="9549272" y="2947233"/>
                    <a:ext cx="1066258" cy="2168780"/>
                  </a:xfrm>
                  <a:prstGeom prst="line">
                    <a:avLst/>
                  </a:prstGeom>
                  <a:ln w="6350">
                    <a:solidFill>
                      <a:schemeClr val="tx1">
                        <a:lumMod val="50000"/>
                      </a:schemeClr>
                    </a:solidFill>
                    <a:prstDash val="dash"/>
                  </a:ln>
                </p:spPr>
                <p:style>
                  <a:lnRef idx="2">
                    <a:schemeClr val="accent1"/>
                  </a:lnRef>
                  <a:fillRef idx="0">
                    <a:schemeClr val="accent1"/>
                  </a:fillRef>
                  <a:effectRef idx="1">
                    <a:schemeClr val="accent1"/>
                  </a:effectRef>
                  <a:fontRef idx="minor">
                    <a:schemeClr val="tx1"/>
                  </a:fontRef>
                </p:style>
              </p:cxnSp>
              <p:cxnSp>
                <p:nvCxnSpPr>
                  <p:cNvPr id="100" name="Straight Connector 99">
                    <a:extLst>
                      <a:ext uri="{FF2B5EF4-FFF2-40B4-BE49-F238E27FC236}">
                        <a16:creationId xmlns:a16="http://schemas.microsoft.com/office/drawing/2014/main" id="{97C3A368-838A-C8C3-5B12-01428B037BCD}"/>
                      </a:ext>
                    </a:extLst>
                  </p:cNvPr>
                  <p:cNvCxnSpPr>
                    <a:cxnSpLocks/>
                  </p:cNvCxnSpPr>
                  <p:nvPr/>
                </p:nvCxnSpPr>
                <p:spPr>
                  <a:xfrm flipV="1">
                    <a:off x="9763174" y="3277985"/>
                    <a:ext cx="851153" cy="1707374"/>
                  </a:xfrm>
                  <a:prstGeom prst="line">
                    <a:avLst/>
                  </a:prstGeom>
                  <a:ln w="6350">
                    <a:solidFill>
                      <a:schemeClr val="tx1">
                        <a:lumMod val="50000"/>
                      </a:schemeClr>
                    </a:solidFill>
                    <a:prstDash val="dash"/>
                  </a:ln>
                </p:spPr>
                <p:style>
                  <a:lnRef idx="2">
                    <a:schemeClr val="accent1"/>
                  </a:lnRef>
                  <a:fillRef idx="0">
                    <a:schemeClr val="accent1"/>
                  </a:fillRef>
                  <a:effectRef idx="1">
                    <a:schemeClr val="accent1"/>
                  </a:effectRef>
                  <a:fontRef idx="minor">
                    <a:schemeClr val="tx1"/>
                  </a:fontRef>
                </p:style>
              </p:cxnSp>
              <p:cxnSp>
                <p:nvCxnSpPr>
                  <p:cNvPr id="101" name="Straight Connector 100">
                    <a:extLst>
                      <a:ext uri="{FF2B5EF4-FFF2-40B4-BE49-F238E27FC236}">
                        <a16:creationId xmlns:a16="http://schemas.microsoft.com/office/drawing/2014/main" id="{FF3B7E09-193D-30D0-5DE2-649F16C1733C}"/>
                      </a:ext>
                    </a:extLst>
                  </p:cNvPr>
                  <p:cNvCxnSpPr>
                    <a:cxnSpLocks/>
                  </p:cNvCxnSpPr>
                  <p:nvPr/>
                </p:nvCxnSpPr>
                <p:spPr>
                  <a:xfrm flipV="1">
                    <a:off x="9986496" y="3578019"/>
                    <a:ext cx="627831" cy="1250267"/>
                  </a:xfrm>
                  <a:prstGeom prst="line">
                    <a:avLst/>
                  </a:prstGeom>
                  <a:ln w="6350">
                    <a:solidFill>
                      <a:schemeClr val="tx1">
                        <a:lumMod val="50000"/>
                      </a:schemeClr>
                    </a:solidFill>
                    <a:prstDash val="dash"/>
                  </a:ln>
                </p:spPr>
                <p:style>
                  <a:lnRef idx="2">
                    <a:schemeClr val="accent1"/>
                  </a:lnRef>
                  <a:fillRef idx="0">
                    <a:schemeClr val="accent1"/>
                  </a:fillRef>
                  <a:effectRef idx="1">
                    <a:schemeClr val="accent1"/>
                  </a:effectRef>
                  <a:fontRef idx="minor">
                    <a:schemeClr val="tx1"/>
                  </a:fontRef>
                </p:style>
              </p:cxnSp>
              <p:cxnSp>
                <p:nvCxnSpPr>
                  <p:cNvPr id="102" name="Straight Connector 101">
                    <a:extLst>
                      <a:ext uri="{FF2B5EF4-FFF2-40B4-BE49-F238E27FC236}">
                        <a16:creationId xmlns:a16="http://schemas.microsoft.com/office/drawing/2014/main" id="{A3629338-C94A-CE1F-2FD2-EA4D6A51FB58}"/>
                      </a:ext>
                    </a:extLst>
                  </p:cNvPr>
                  <p:cNvCxnSpPr>
                    <a:cxnSpLocks/>
                  </p:cNvCxnSpPr>
                  <p:nvPr/>
                </p:nvCxnSpPr>
                <p:spPr>
                  <a:xfrm flipV="1">
                    <a:off x="10201629" y="3891668"/>
                    <a:ext cx="396165" cy="799148"/>
                  </a:xfrm>
                  <a:prstGeom prst="line">
                    <a:avLst/>
                  </a:prstGeom>
                  <a:ln w="6350">
                    <a:solidFill>
                      <a:schemeClr val="tx1">
                        <a:lumMod val="50000"/>
                      </a:schemeClr>
                    </a:solidFill>
                    <a:prstDash val="dash"/>
                  </a:ln>
                </p:spPr>
                <p:style>
                  <a:lnRef idx="2">
                    <a:schemeClr val="accent1"/>
                  </a:lnRef>
                  <a:fillRef idx="0">
                    <a:schemeClr val="accent1"/>
                  </a:fillRef>
                  <a:effectRef idx="1">
                    <a:schemeClr val="accent1"/>
                  </a:effectRef>
                  <a:fontRef idx="minor">
                    <a:schemeClr val="tx1"/>
                  </a:fontRef>
                </p:style>
              </p:cxnSp>
              <p:cxnSp>
                <p:nvCxnSpPr>
                  <p:cNvPr id="103" name="Straight Connector 102">
                    <a:extLst>
                      <a:ext uri="{FF2B5EF4-FFF2-40B4-BE49-F238E27FC236}">
                        <a16:creationId xmlns:a16="http://schemas.microsoft.com/office/drawing/2014/main" id="{91A921C4-E238-5D9C-6C3C-730702832B6F}"/>
                      </a:ext>
                    </a:extLst>
                  </p:cNvPr>
                  <p:cNvCxnSpPr>
                    <a:cxnSpLocks/>
                  </p:cNvCxnSpPr>
                  <p:nvPr/>
                </p:nvCxnSpPr>
                <p:spPr>
                  <a:xfrm flipV="1">
                    <a:off x="10433267" y="4176738"/>
                    <a:ext cx="164527" cy="352344"/>
                  </a:xfrm>
                  <a:prstGeom prst="line">
                    <a:avLst/>
                  </a:prstGeom>
                  <a:ln w="6350">
                    <a:solidFill>
                      <a:schemeClr val="tx1">
                        <a:lumMod val="50000"/>
                      </a:schemeClr>
                    </a:solidFill>
                    <a:prstDash val="dash"/>
                  </a:ln>
                </p:spPr>
                <p:style>
                  <a:lnRef idx="2">
                    <a:schemeClr val="accent1"/>
                  </a:lnRef>
                  <a:fillRef idx="0">
                    <a:schemeClr val="accent1"/>
                  </a:fillRef>
                  <a:effectRef idx="1">
                    <a:schemeClr val="accent1"/>
                  </a:effectRef>
                  <a:fontRef idx="minor">
                    <a:schemeClr val="tx1"/>
                  </a:fontRef>
                </p:style>
              </p:cxnSp>
            </p:grpSp>
          </p:grpSp>
        </p:grpSp>
        <p:cxnSp>
          <p:nvCxnSpPr>
            <p:cNvPr id="108" name="Straight Connector 107">
              <a:extLst>
                <a:ext uri="{FF2B5EF4-FFF2-40B4-BE49-F238E27FC236}">
                  <a16:creationId xmlns:a16="http://schemas.microsoft.com/office/drawing/2014/main" id="{B3BE906C-140B-57AD-8442-8AC5DA7F1174}"/>
                </a:ext>
              </a:extLst>
            </p:cNvPr>
            <p:cNvCxnSpPr>
              <a:cxnSpLocks/>
            </p:cNvCxnSpPr>
            <p:nvPr/>
          </p:nvCxnSpPr>
          <p:spPr>
            <a:xfrm flipV="1">
              <a:off x="6444714" y="3469238"/>
              <a:ext cx="1413097" cy="958972"/>
            </a:xfrm>
            <a:prstGeom prst="line">
              <a:avLst/>
            </a:prstGeom>
            <a:ln>
              <a:solidFill>
                <a:schemeClr val="accent3">
                  <a:lumMod val="40000"/>
                  <a:lumOff val="60000"/>
                </a:schemeClr>
              </a:solidFill>
            </a:ln>
          </p:spPr>
          <p:style>
            <a:lnRef idx="2">
              <a:schemeClr val="accent1"/>
            </a:lnRef>
            <a:fillRef idx="0">
              <a:schemeClr val="accent1"/>
            </a:fillRef>
            <a:effectRef idx="1">
              <a:schemeClr val="accent1"/>
            </a:effectRef>
            <a:fontRef idx="minor">
              <a:schemeClr val="tx1"/>
            </a:fontRef>
          </p:style>
        </p:cxnSp>
        <p:cxnSp>
          <p:nvCxnSpPr>
            <p:cNvPr id="111" name="Straight Connector 110">
              <a:extLst>
                <a:ext uri="{FF2B5EF4-FFF2-40B4-BE49-F238E27FC236}">
                  <a16:creationId xmlns:a16="http://schemas.microsoft.com/office/drawing/2014/main" id="{7A9539FC-0203-4C1F-9088-368AFC2E77CB}"/>
                </a:ext>
              </a:extLst>
            </p:cNvPr>
            <p:cNvCxnSpPr>
              <a:cxnSpLocks/>
            </p:cNvCxnSpPr>
            <p:nvPr/>
          </p:nvCxnSpPr>
          <p:spPr>
            <a:xfrm flipV="1">
              <a:off x="7753376" y="3474775"/>
              <a:ext cx="104435" cy="993897"/>
            </a:xfrm>
            <a:prstGeom prst="line">
              <a:avLst/>
            </a:prstGeom>
            <a:ln>
              <a:solidFill>
                <a:schemeClr val="accent3">
                  <a:lumMod val="40000"/>
                  <a:lumOff val="60000"/>
                </a:schemeClr>
              </a:solidFill>
            </a:ln>
          </p:spPr>
          <p:style>
            <a:lnRef idx="2">
              <a:schemeClr val="accent1"/>
            </a:lnRef>
            <a:fillRef idx="0">
              <a:schemeClr val="accent1"/>
            </a:fillRef>
            <a:effectRef idx="1">
              <a:schemeClr val="accent1"/>
            </a:effectRef>
            <a:fontRef idx="minor">
              <a:schemeClr val="tx1"/>
            </a:fontRef>
          </p:style>
        </p:cxnSp>
        <p:cxnSp>
          <p:nvCxnSpPr>
            <p:cNvPr id="114" name="Straight Connector 113">
              <a:extLst>
                <a:ext uri="{FF2B5EF4-FFF2-40B4-BE49-F238E27FC236}">
                  <a16:creationId xmlns:a16="http://schemas.microsoft.com/office/drawing/2014/main" id="{E06C5708-B6B4-2D27-FCFA-1F473AF80FF9}"/>
                </a:ext>
              </a:extLst>
            </p:cNvPr>
            <p:cNvCxnSpPr>
              <a:cxnSpLocks/>
            </p:cNvCxnSpPr>
            <p:nvPr/>
          </p:nvCxnSpPr>
          <p:spPr>
            <a:xfrm>
              <a:off x="6444714" y="4428210"/>
              <a:ext cx="1308662" cy="22546"/>
            </a:xfrm>
            <a:prstGeom prst="line">
              <a:avLst/>
            </a:prstGeom>
            <a:ln>
              <a:solidFill>
                <a:schemeClr val="accent3">
                  <a:lumMod val="40000"/>
                  <a:lumOff val="60000"/>
                </a:schemeClr>
              </a:solidFill>
            </a:ln>
          </p:spPr>
          <p:style>
            <a:lnRef idx="2">
              <a:schemeClr val="accent1"/>
            </a:lnRef>
            <a:fillRef idx="0">
              <a:schemeClr val="accent1"/>
            </a:fillRef>
            <a:effectRef idx="1">
              <a:schemeClr val="accent1"/>
            </a:effectRef>
            <a:fontRef idx="minor">
              <a:schemeClr val="tx1"/>
            </a:fontRef>
          </p:style>
        </p:cxnSp>
        <p:sp>
          <p:nvSpPr>
            <p:cNvPr id="123" name="Isosceles Triangle 122">
              <a:extLst>
                <a:ext uri="{FF2B5EF4-FFF2-40B4-BE49-F238E27FC236}">
                  <a16:creationId xmlns:a16="http://schemas.microsoft.com/office/drawing/2014/main" id="{95C05369-FA65-67FF-F5AF-5C410D90D2A1}"/>
                </a:ext>
              </a:extLst>
            </p:cNvPr>
            <p:cNvSpPr/>
            <p:nvPr/>
          </p:nvSpPr>
          <p:spPr>
            <a:xfrm rot="8756681">
              <a:off x="6490895" y="3886469"/>
              <a:ext cx="1721790" cy="756406"/>
            </a:xfrm>
            <a:prstGeom prst="triangle">
              <a:avLst>
                <a:gd name="adj" fmla="val 35632"/>
              </a:avLst>
            </a:prstGeom>
            <a:solidFill>
              <a:srgbClr val="A0E3BC">
                <a:alpha val="52157"/>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125" name="Camera 124">
            <a:extLst>
              <a:ext uri="{FF2B5EF4-FFF2-40B4-BE49-F238E27FC236}">
                <a16:creationId xmlns:a16="http://schemas.microsoft.com/office/drawing/2014/main" id="{D0CBCA77-5511-16EA-6C89-C0B23EF56721}"/>
              </a:ext>
            </a:extLst>
          </p:cNvPr>
          <p:cNvPicPr>
            <a:picLocks noChangeAspect="1"/>
            <a:extLst>
              <a:ext uri="{51228E76-BA90-4043-B771-695A4F85340A}">
                <alf:liveFeedProps xmlns:alf="http://schemas.microsoft.com/office/drawing/2021/livefeed"/>
              </a:ext>
            </a:extLst>
          </p:cNvPicPr>
          <p:nvPr/>
        </p:nvPicPr>
        <p:blipFill>
          <a:blip r:embed="rId3">
            <a:extLst>
              <a:ext uri="{96DAC541-7B7A-43D3-8B79-37D633B846F1}">
                <asvg:svgBlip xmlns:asvg="http://schemas.microsoft.com/office/drawing/2016/SVG/main" r:embed="rId4"/>
              </a:ext>
            </a:extLst>
          </a:blip>
          <a:stretch>
            <a:fillRect/>
          </a:stretch>
        </p:blipFill>
        <p:spPr>
          <a:xfrm>
            <a:off x="9638582" y="4356235"/>
            <a:ext cx="2057400" cy="2057400"/>
          </a:xfrm>
          <a:prstGeom prst="ellipse">
            <a:avLst/>
          </a:prstGeom>
        </p:spPr>
      </p:pic>
      <p:pic>
        <p:nvPicPr>
          <p:cNvPr id="126" name="Picture 125">
            <a:extLst>
              <a:ext uri="{FF2B5EF4-FFF2-40B4-BE49-F238E27FC236}">
                <a16:creationId xmlns:a16="http://schemas.microsoft.com/office/drawing/2014/main" id="{CF220C56-EDE6-F77F-826D-004E0EDCD4D4}"/>
              </a:ext>
            </a:extLst>
          </p:cNvPr>
          <p:cNvPicPr>
            <a:picLocks noChangeAspect="1"/>
          </p:cNvPicPr>
          <p:nvPr/>
        </p:nvPicPr>
        <p:blipFill>
          <a:blip r:embed="rId5">
            <a:alphaModFix amt="8000"/>
            <a:extLst>
              <a:ext uri="{BEBA8EAE-BF5A-486C-A8C5-ECC9F3942E4B}">
                <a14:imgProps xmlns:a14="http://schemas.microsoft.com/office/drawing/2010/main">
                  <a14:imgLayer r:embed="rId6">
                    <a14:imgEffect>
                      <a14:colorTemperature colorTemp="5154"/>
                    </a14:imgEffect>
                    <a14:imgEffect>
                      <a14:saturation sat="36000"/>
                    </a14:imgEffect>
                  </a14:imgLayer>
                </a14:imgProps>
              </a:ext>
              <a:ext uri="{28A0092B-C50C-407E-A947-70E740481C1C}">
                <a14:useLocalDpi xmlns:a14="http://schemas.microsoft.com/office/drawing/2010/main" val="0"/>
              </a:ext>
            </a:extLst>
          </a:blip>
          <a:srcRect/>
          <a:stretch/>
        </p:blipFill>
        <p:spPr>
          <a:xfrm>
            <a:off x="14869" y="0"/>
            <a:ext cx="12177131" cy="6858000"/>
          </a:xfrm>
          <a:prstGeom prst="rect">
            <a:avLst/>
          </a:prstGeom>
        </p:spPr>
      </p:pic>
    </p:spTree>
    <p:extLst>
      <p:ext uri="{BB962C8B-B14F-4D97-AF65-F5344CB8AC3E}">
        <p14:creationId xmlns:p14="http://schemas.microsoft.com/office/powerpoint/2010/main" val="49382879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Subtitle 2">
            <a:extLst>
              <a:ext uri="{FF2B5EF4-FFF2-40B4-BE49-F238E27FC236}">
                <a16:creationId xmlns:a16="http://schemas.microsoft.com/office/drawing/2014/main" id="{64201B3E-6C2D-36B5-3EA2-497FBBDFBB05}"/>
              </a:ext>
            </a:extLst>
          </p:cNvPr>
          <p:cNvSpPr txBox="1">
            <a:spLocks/>
          </p:cNvSpPr>
          <p:nvPr/>
        </p:nvSpPr>
        <p:spPr>
          <a:xfrm>
            <a:off x="8383260" y="2942590"/>
            <a:ext cx="3588589" cy="763036"/>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buNone/>
            </a:pPr>
            <a:r>
              <a:rPr lang="en-US" dirty="0">
                <a:solidFill>
                  <a:schemeClr val="accent1"/>
                </a:solidFill>
                <a:latin typeface="Segoe UI Light" panose="020B0502040204020203" pitchFamily="34" charset="0"/>
                <a:cs typeface="Segoe UI Light" panose="020B0502040204020203" pitchFamily="34" charset="0"/>
              </a:rPr>
              <a:t>* Functional Requirements</a:t>
            </a:r>
          </a:p>
        </p:txBody>
      </p:sp>
      <p:sp>
        <p:nvSpPr>
          <p:cNvPr id="2" name="Title 1">
            <a:extLst>
              <a:ext uri="{FF2B5EF4-FFF2-40B4-BE49-F238E27FC236}">
                <a16:creationId xmlns:a16="http://schemas.microsoft.com/office/drawing/2014/main" id="{2B9F2B02-6FAB-4B70-0C5B-13A3406EB5AC}"/>
              </a:ext>
            </a:extLst>
          </p:cNvPr>
          <p:cNvSpPr txBox="1">
            <a:spLocks/>
          </p:cNvSpPr>
          <p:nvPr/>
        </p:nvSpPr>
        <p:spPr>
          <a:xfrm>
            <a:off x="246098" y="451896"/>
            <a:ext cx="4621177" cy="1376904"/>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4800" dirty="0">
                <a:latin typeface="Bahnschrift" panose="020B0502040204020203" pitchFamily="34" charset="0"/>
              </a:rPr>
              <a:t>Core Gameplay Functions</a:t>
            </a:r>
          </a:p>
        </p:txBody>
      </p:sp>
      <p:sp>
        <p:nvSpPr>
          <p:cNvPr id="3" name="Rectangle 2">
            <a:extLst>
              <a:ext uri="{FF2B5EF4-FFF2-40B4-BE49-F238E27FC236}">
                <a16:creationId xmlns:a16="http://schemas.microsoft.com/office/drawing/2014/main" id="{EAFAE5C9-A074-8059-C24B-4D6F1E2D8011}"/>
              </a:ext>
            </a:extLst>
          </p:cNvPr>
          <p:cNvSpPr/>
          <p:nvPr/>
        </p:nvSpPr>
        <p:spPr>
          <a:xfrm>
            <a:off x="1" y="0"/>
            <a:ext cx="12191999" cy="238125"/>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5" name="Rectangle 4">
            <a:extLst>
              <a:ext uri="{FF2B5EF4-FFF2-40B4-BE49-F238E27FC236}">
                <a16:creationId xmlns:a16="http://schemas.microsoft.com/office/drawing/2014/main" id="{464FA569-6A6E-E9CE-91E6-CA32DFAB1EF3}"/>
              </a:ext>
            </a:extLst>
          </p:cNvPr>
          <p:cNvSpPr/>
          <p:nvPr/>
        </p:nvSpPr>
        <p:spPr>
          <a:xfrm rot="5400000">
            <a:off x="8762999" y="3429000"/>
            <a:ext cx="6619875" cy="238125"/>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6" name="TextBox 5">
            <a:extLst>
              <a:ext uri="{FF2B5EF4-FFF2-40B4-BE49-F238E27FC236}">
                <a16:creationId xmlns:a16="http://schemas.microsoft.com/office/drawing/2014/main" id="{1F6FEAB4-DF2A-2081-CEAA-74578B65E796}"/>
              </a:ext>
            </a:extLst>
          </p:cNvPr>
          <p:cNvSpPr txBox="1"/>
          <p:nvPr/>
        </p:nvSpPr>
        <p:spPr>
          <a:xfrm>
            <a:off x="1242923" y="2137821"/>
            <a:ext cx="6300878" cy="3670685"/>
          </a:xfrm>
          <a:prstGeom prst="rect">
            <a:avLst/>
          </a:prstGeom>
          <a:noFill/>
        </p:spPr>
        <p:txBody>
          <a:bodyPr wrap="square" numCol="1" rtlCol="0">
            <a:spAutoFit/>
          </a:bodyPr>
          <a:lstStyle/>
          <a:p>
            <a:pPr marL="285750" indent="-285750">
              <a:lnSpc>
                <a:spcPct val="200000"/>
              </a:lnSpc>
              <a:buClr>
                <a:schemeClr val="accent1"/>
              </a:buClr>
              <a:buFont typeface="Abadi ExtraLight" panose="020B0204020104020204" pitchFamily="34" charset="0"/>
              <a:buChar char="&gt;"/>
            </a:pPr>
            <a:r>
              <a:rPr lang="en-US" sz="2400" dirty="0">
                <a:latin typeface="Segoe UI Light" panose="020B0502040204020203" pitchFamily="34" charset="0"/>
                <a:cs typeface="Segoe UI Light" panose="020B0502040204020203" pitchFamily="34" charset="0"/>
              </a:rPr>
              <a:t> Start Game → Enter Name</a:t>
            </a:r>
          </a:p>
          <a:p>
            <a:pPr marL="285750" indent="-285750">
              <a:lnSpc>
                <a:spcPct val="200000"/>
              </a:lnSpc>
              <a:buClr>
                <a:schemeClr val="accent1"/>
              </a:buClr>
              <a:buFont typeface="Abadi ExtraLight" panose="020B0204020104020204" pitchFamily="34" charset="0"/>
              <a:buChar char="&gt;"/>
            </a:pPr>
            <a:r>
              <a:rPr lang="en-US" sz="2400" dirty="0">
                <a:latin typeface="Segoe UI Light" panose="020B0502040204020203" pitchFamily="34" charset="0"/>
                <a:cs typeface="Segoe UI Light" panose="020B0502040204020203" pitchFamily="34" charset="0"/>
              </a:rPr>
              <a:t> Branching dialogue system</a:t>
            </a:r>
          </a:p>
          <a:p>
            <a:pPr marL="285750" indent="-285750">
              <a:lnSpc>
                <a:spcPct val="200000"/>
              </a:lnSpc>
              <a:buClr>
                <a:schemeClr val="accent1"/>
              </a:buClr>
              <a:buFont typeface="Abadi ExtraLight" panose="020B0204020104020204" pitchFamily="34" charset="0"/>
              <a:buChar char="&gt;"/>
            </a:pPr>
            <a:r>
              <a:rPr lang="en-US" sz="2400" dirty="0">
                <a:latin typeface="Segoe UI Light" panose="020B0502040204020203" pitchFamily="34" charset="0"/>
                <a:cs typeface="Segoe UI Light" panose="020B0502040204020203" pitchFamily="34" charset="0"/>
              </a:rPr>
              <a:t> Process choices + consequences</a:t>
            </a:r>
          </a:p>
          <a:p>
            <a:pPr marL="285750" indent="-285750">
              <a:lnSpc>
                <a:spcPct val="200000"/>
              </a:lnSpc>
              <a:buClr>
                <a:schemeClr val="accent1"/>
              </a:buClr>
              <a:buFont typeface="Abadi ExtraLight" panose="020B0204020104020204" pitchFamily="34" charset="0"/>
              <a:buChar char="&gt;"/>
            </a:pPr>
            <a:r>
              <a:rPr lang="en-US" sz="2400" dirty="0">
                <a:latin typeface="Segoe UI Light" panose="020B0502040204020203" pitchFamily="34" charset="0"/>
                <a:cs typeface="Segoe UI Light" panose="020B0502040204020203" pitchFamily="34" charset="0"/>
              </a:rPr>
              <a:t>Save/Load + auto-save at key moments</a:t>
            </a:r>
          </a:p>
          <a:p>
            <a:pPr marL="285750" indent="-285750">
              <a:lnSpc>
                <a:spcPct val="200000"/>
              </a:lnSpc>
              <a:buClr>
                <a:schemeClr val="accent1"/>
              </a:buClr>
              <a:buFont typeface="Abadi ExtraLight" panose="020B0204020104020204" pitchFamily="34" charset="0"/>
              <a:buChar char="&gt;"/>
            </a:pPr>
            <a:r>
              <a:rPr lang="en-US" sz="2400" dirty="0">
                <a:latin typeface="Segoe UI Light" panose="020B0502040204020203" pitchFamily="34" charset="0"/>
                <a:cs typeface="Segoe UI Light" panose="020B0502040204020203" pitchFamily="34" charset="0"/>
              </a:rPr>
              <a:t>Settings for accessibility (text size + volume)</a:t>
            </a:r>
          </a:p>
        </p:txBody>
      </p:sp>
      <p:pic>
        <p:nvPicPr>
          <p:cNvPr id="10" name="Camera 9">
            <a:extLst>
              <a:ext uri="{FF2B5EF4-FFF2-40B4-BE49-F238E27FC236}">
                <a16:creationId xmlns:a16="http://schemas.microsoft.com/office/drawing/2014/main" id="{AEA6BA64-75B0-31FE-CD92-42C2246E00CF}"/>
              </a:ext>
            </a:extLst>
          </p:cNvPr>
          <p:cNvPicPr>
            <a:picLocks noChangeAspect="1"/>
            <a:extLst>
              <a:ext uri="{51228E76-BA90-4043-B771-695A4F85340A}">
                <alf:liveFeedProps xmlns:alf="http://schemas.microsoft.com/office/drawing/2021/livefeed"/>
              </a:ext>
            </a:extLst>
          </p:cNvPicPr>
          <p:nvPr/>
        </p:nvPicPr>
        <p:blipFill>
          <a:blip r:embed="rId3">
            <a:extLst>
              <a:ext uri="{96DAC541-7B7A-43D3-8B79-37D633B846F1}">
                <asvg:svgBlip xmlns:asvg="http://schemas.microsoft.com/office/drawing/2016/SVG/main" r:embed="rId4"/>
              </a:ext>
            </a:extLst>
          </a:blip>
          <a:stretch>
            <a:fillRect/>
          </a:stretch>
        </p:blipFill>
        <p:spPr>
          <a:xfrm>
            <a:off x="9638582" y="4356235"/>
            <a:ext cx="2057400" cy="2057400"/>
          </a:xfrm>
          <a:prstGeom prst="ellipse">
            <a:avLst/>
          </a:prstGeom>
        </p:spPr>
      </p:pic>
      <p:sp>
        <p:nvSpPr>
          <p:cNvPr id="12" name="Rectangle 11">
            <a:extLst>
              <a:ext uri="{FF2B5EF4-FFF2-40B4-BE49-F238E27FC236}">
                <a16:creationId xmlns:a16="http://schemas.microsoft.com/office/drawing/2014/main" id="{2466D6F4-433A-74F7-86F7-C30070CCD306}"/>
              </a:ext>
            </a:extLst>
          </p:cNvPr>
          <p:cNvSpPr/>
          <p:nvPr/>
        </p:nvSpPr>
        <p:spPr>
          <a:xfrm rot="5400000">
            <a:off x="10448388" y="5334540"/>
            <a:ext cx="238123" cy="2808799"/>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3" name="Rectangle 12">
            <a:extLst>
              <a:ext uri="{FF2B5EF4-FFF2-40B4-BE49-F238E27FC236}">
                <a16:creationId xmlns:a16="http://schemas.microsoft.com/office/drawing/2014/main" id="{F36CAC4F-5A46-462F-059B-9DFC040E5506}"/>
              </a:ext>
            </a:extLst>
          </p:cNvPr>
          <p:cNvSpPr/>
          <p:nvPr/>
        </p:nvSpPr>
        <p:spPr>
          <a:xfrm rot="5400000">
            <a:off x="7894789" y="5372100"/>
            <a:ext cx="2733675" cy="238125"/>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4" name="Rectangle 13">
            <a:extLst>
              <a:ext uri="{FF2B5EF4-FFF2-40B4-BE49-F238E27FC236}">
                <a16:creationId xmlns:a16="http://schemas.microsoft.com/office/drawing/2014/main" id="{1D2AED28-F572-01EA-F258-BD40F4D5EC0F}"/>
              </a:ext>
            </a:extLst>
          </p:cNvPr>
          <p:cNvSpPr/>
          <p:nvPr/>
        </p:nvSpPr>
        <p:spPr>
          <a:xfrm rot="5400000">
            <a:off x="10430412" y="2626531"/>
            <a:ext cx="238123" cy="2808799"/>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pic>
        <p:nvPicPr>
          <p:cNvPr id="15" name="Picture 14">
            <a:extLst>
              <a:ext uri="{FF2B5EF4-FFF2-40B4-BE49-F238E27FC236}">
                <a16:creationId xmlns:a16="http://schemas.microsoft.com/office/drawing/2014/main" id="{C60E3336-1608-FFC9-7478-4F82ECBACF2A}"/>
              </a:ext>
            </a:extLst>
          </p:cNvPr>
          <p:cNvPicPr>
            <a:picLocks noChangeAspect="1"/>
          </p:cNvPicPr>
          <p:nvPr/>
        </p:nvPicPr>
        <p:blipFill>
          <a:blip r:embed="rId5">
            <a:alphaModFix amt="8000"/>
            <a:extLst>
              <a:ext uri="{BEBA8EAE-BF5A-486C-A8C5-ECC9F3942E4B}">
                <a14:imgProps xmlns:a14="http://schemas.microsoft.com/office/drawing/2010/main">
                  <a14:imgLayer r:embed="rId6">
                    <a14:imgEffect>
                      <a14:colorTemperature colorTemp="5154"/>
                    </a14:imgEffect>
                    <a14:imgEffect>
                      <a14:saturation sat="36000"/>
                    </a14:imgEffect>
                  </a14:imgLayer>
                </a14:imgProps>
              </a:ext>
              <a:ext uri="{28A0092B-C50C-407E-A947-70E740481C1C}">
                <a14:useLocalDpi xmlns:a14="http://schemas.microsoft.com/office/drawing/2010/main" val="0"/>
              </a:ext>
            </a:extLst>
          </a:blip>
          <a:srcRect/>
          <a:stretch/>
        </p:blipFill>
        <p:spPr>
          <a:xfrm>
            <a:off x="14869" y="0"/>
            <a:ext cx="12177131" cy="6858000"/>
          </a:xfrm>
          <a:prstGeom prst="rect">
            <a:avLst/>
          </a:prstGeom>
        </p:spPr>
      </p:pic>
    </p:spTree>
    <p:extLst>
      <p:ext uri="{BB962C8B-B14F-4D97-AF65-F5344CB8AC3E}">
        <p14:creationId xmlns:p14="http://schemas.microsoft.com/office/powerpoint/2010/main" val="219060734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ACB1A3-086C-5A6C-C0BD-CFCFFED66A87}"/>
            </a:ext>
          </a:extLst>
        </p:cNvPr>
        <p:cNvGrpSpPr/>
        <p:nvPr/>
      </p:nvGrpSpPr>
      <p:grpSpPr>
        <a:xfrm>
          <a:off x="0" y="0"/>
          <a:ext cx="0" cy="0"/>
          <a:chOff x="0" y="0"/>
          <a:chExt cx="0" cy="0"/>
        </a:xfrm>
      </p:grpSpPr>
      <p:sp>
        <p:nvSpPr>
          <p:cNvPr id="16" name="Subtitle 2">
            <a:extLst>
              <a:ext uri="{FF2B5EF4-FFF2-40B4-BE49-F238E27FC236}">
                <a16:creationId xmlns:a16="http://schemas.microsoft.com/office/drawing/2014/main" id="{7BC9150D-EEE2-2933-F340-BFCC6AC62374}"/>
              </a:ext>
            </a:extLst>
          </p:cNvPr>
          <p:cNvSpPr txBox="1">
            <a:spLocks/>
          </p:cNvSpPr>
          <p:nvPr/>
        </p:nvSpPr>
        <p:spPr>
          <a:xfrm>
            <a:off x="8383260" y="2942590"/>
            <a:ext cx="3588589" cy="763036"/>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buNone/>
            </a:pPr>
            <a:r>
              <a:rPr lang="en-US" dirty="0">
                <a:solidFill>
                  <a:schemeClr val="accent1"/>
                </a:solidFill>
                <a:latin typeface="Segoe UI Light" panose="020B0502040204020203" pitchFamily="34" charset="0"/>
                <a:cs typeface="Segoe UI Light" panose="020B0502040204020203" pitchFamily="34" charset="0"/>
              </a:rPr>
              <a:t>* Non-Functional Requirements</a:t>
            </a:r>
          </a:p>
        </p:txBody>
      </p:sp>
      <p:sp>
        <p:nvSpPr>
          <p:cNvPr id="2" name="Title 1">
            <a:extLst>
              <a:ext uri="{FF2B5EF4-FFF2-40B4-BE49-F238E27FC236}">
                <a16:creationId xmlns:a16="http://schemas.microsoft.com/office/drawing/2014/main" id="{82F24C89-A11D-FCC4-F0A8-96574522E5C1}"/>
              </a:ext>
            </a:extLst>
          </p:cNvPr>
          <p:cNvSpPr txBox="1">
            <a:spLocks/>
          </p:cNvSpPr>
          <p:nvPr/>
        </p:nvSpPr>
        <p:spPr>
          <a:xfrm>
            <a:off x="246098" y="451896"/>
            <a:ext cx="2278027" cy="1376904"/>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4800" dirty="0">
                <a:latin typeface="Bahnschrift" panose="020B0502040204020203" pitchFamily="34" charset="0"/>
              </a:rPr>
              <a:t>Quality Goals</a:t>
            </a:r>
          </a:p>
        </p:txBody>
      </p:sp>
      <p:sp>
        <p:nvSpPr>
          <p:cNvPr id="3" name="Rectangle 2">
            <a:extLst>
              <a:ext uri="{FF2B5EF4-FFF2-40B4-BE49-F238E27FC236}">
                <a16:creationId xmlns:a16="http://schemas.microsoft.com/office/drawing/2014/main" id="{08D12681-A82A-8B19-287D-56E98FD18D45}"/>
              </a:ext>
            </a:extLst>
          </p:cNvPr>
          <p:cNvSpPr/>
          <p:nvPr/>
        </p:nvSpPr>
        <p:spPr>
          <a:xfrm>
            <a:off x="1" y="0"/>
            <a:ext cx="12191999" cy="238125"/>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5" name="Rectangle 4">
            <a:extLst>
              <a:ext uri="{FF2B5EF4-FFF2-40B4-BE49-F238E27FC236}">
                <a16:creationId xmlns:a16="http://schemas.microsoft.com/office/drawing/2014/main" id="{2E2F7990-056E-97E0-036A-874C730240DB}"/>
              </a:ext>
            </a:extLst>
          </p:cNvPr>
          <p:cNvSpPr/>
          <p:nvPr/>
        </p:nvSpPr>
        <p:spPr>
          <a:xfrm rot="5400000">
            <a:off x="8762999" y="3429000"/>
            <a:ext cx="6619875" cy="238125"/>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6" name="TextBox 5">
            <a:extLst>
              <a:ext uri="{FF2B5EF4-FFF2-40B4-BE49-F238E27FC236}">
                <a16:creationId xmlns:a16="http://schemas.microsoft.com/office/drawing/2014/main" id="{32AC931A-5768-5807-85C8-8031C124E6C2}"/>
              </a:ext>
            </a:extLst>
          </p:cNvPr>
          <p:cNvSpPr txBox="1"/>
          <p:nvPr/>
        </p:nvSpPr>
        <p:spPr>
          <a:xfrm>
            <a:off x="700000" y="2047911"/>
            <a:ext cx="7153275" cy="2308324"/>
          </a:xfrm>
          <a:prstGeom prst="rect">
            <a:avLst/>
          </a:prstGeom>
          <a:noFill/>
        </p:spPr>
        <p:txBody>
          <a:bodyPr wrap="square" numCol="2" rtlCol="0">
            <a:spAutoFit/>
          </a:bodyPr>
          <a:lstStyle/>
          <a:p>
            <a:pPr marL="285750" indent="-285750">
              <a:lnSpc>
                <a:spcPct val="200000"/>
              </a:lnSpc>
              <a:buClr>
                <a:schemeClr val="accent1"/>
              </a:buClr>
              <a:buFont typeface="Abadi ExtraLight" panose="020B0204020104020204" pitchFamily="34" charset="0"/>
              <a:buChar char="&gt;"/>
            </a:pPr>
            <a:r>
              <a:rPr lang="en-US" sz="2400" dirty="0">
                <a:latin typeface="Segoe UI Light" panose="020B0502040204020203" pitchFamily="34" charset="0"/>
                <a:cs typeface="Segoe UI Light" panose="020B0502040204020203" pitchFamily="34" charset="0"/>
              </a:rPr>
              <a:t> Readability first</a:t>
            </a:r>
          </a:p>
          <a:p>
            <a:pPr marL="285750" indent="-285750">
              <a:lnSpc>
                <a:spcPct val="200000"/>
              </a:lnSpc>
              <a:buClr>
                <a:schemeClr val="accent1"/>
              </a:buClr>
              <a:buFont typeface="Abadi ExtraLight" panose="020B0204020104020204" pitchFamily="34" charset="0"/>
              <a:buChar char="&gt;"/>
            </a:pPr>
            <a:r>
              <a:rPr lang="en-US" sz="2400" dirty="0">
                <a:latin typeface="Segoe UI Light" panose="020B0502040204020203" pitchFamily="34" charset="0"/>
                <a:cs typeface="Segoe UI Light" panose="020B0502040204020203" pitchFamily="34" charset="0"/>
              </a:rPr>
              <a:t>Fast response time</a:t>
            </a:r>
          </a:p>
          <a:p>
            <a:pPr marL="285750" indent="-285750">
              <a:lnSpc>
                <a:spcPct val="200000"/>
              </a:lnSpc>
              <a:buClr>
                <a:schemeClr val="accent1"/>
              </a:buClr>
              <a:buFont typeface="Abadi ExtraLight" panose="020B0204020104020204" pitchFamily="34" charset="0"/>
              <a:buChar char="&gt;"/>
            </a:pPr>
            <a:r>
              <a:rPr lang="en-US" sz="2400" dirty="0">
                <a:latin typeface="Segoe UI Light" panose="020B0502040204020203" pitchFamily="34" charset="0"/>
                <a:cs typeface="Segoe UI Light" panose="020B0502040204020203" pitchFamily="34" charset="0"/>
              </a:rPr>
              <a:t>Very stable</a:t>
            </a:r>
          </a:p>
          <a:p>
            <a:pPr marL="285750" indent="-285750">
              <a:lnSpc>
                <a:spcPct val="200000"/>
              </a:lnSpc>
              <a:buClr>
                <a:schemeClr val="accent1"/>
              </a:buClr>
              <a:buFont typeface="Abadi ExtraLight" panose="020B0204020104020204" pitchFamily="34" charset="0"/>
              <a:buChar char="&gt;"/>
            </a:pPr>
            <a:r>
              <a:rPr lang="en-US" sz="2400" dirty="0">
                <a:latin typeface="Segoe UI Light" panose="020B0502040204020203" pitchFamily="34" charset="0"/>
                <a:cs typeface="Segoe UI Light" panose="020B0502040204020203" pitchFamily="34" charset="0"/>
              </a:rPr>
              <a:t>Low resource use</a:t>
            </a:r>
          </a:p>
          <a:p>
            <a:pPr marL="285750" indent="-285750">
              <a:lnSpc>
                <a:spcPct val="200000"/>
              </a:lnSpc>
              <a:buClr>
                <a:schemeClr val="accent1"/>
              </a:buClr>
              <a:buFont typeface="Abadi ExtraLight" panose="020B0204020104020204" pitchFamily="34" charset="0"/>
              <a:buChar char="&gt;"/>
            </a:pPr>
            <a:r>
              <a:rPr lang="en-US" sz="2400" dirty="0">
                <a:latin typeface="Segoe UI Light" panose="020B0502040204020203" pitchFamily="34" charset="0"/>
                <a:cs typeface="Segoe UI Light" panose="020B0502040204020203" pitchFamily="34" charset="0"/>
              </a:rPr>
              <a:t>Accessible UI</a:t>
            </a:r>
          </a:p>
        </p:txBody>
      </p:sp>
      <p:pic>
        <p:nvPicPr>
          <p:cNvPr id="10" name="Camera 9">
            <a:extLst>
              <a:ext uri="{FF2B5EF4-FFF2-40B4-BE49-F238E27FC236}">
                <a16:creationId xmlns:a16="http://schemas.microsoft.com/office/drawing/2014/main" id="{AB944EC2-B960-40D8-8ECD-CEB2FB0C4D94}"/>
              </a:ext>
            </a:extLst>
          </p:cNvPr>
          <p:cNvPicPr>
            <a:picLocks noChangeAspect="1"/>
            <a:extLst>
              <a:ext uri="{51228E76-BA90-4043-B771-695A4F85340A}">
                <alf:liveFeedProps xmlns:alf="http://schemas.microsoft.com/office/drawing/2021/livefeed"/>
              </a:ext>
            </a:extLst>
          </p:cNvPicPr>
          <p:nvPr/>
        </p:nvPicPr>
        <p:blipFill>
          <a:blip r:embed="rId3">
            <a:extLst>
              <a:ext uri="{96DAC541-7B7A-43D3-8B79-37D633B846F1}">
                <asvg:svgBlip xmlns:asvg="http://schemas.microsoft.com/office/drawing/2016/SVG/main" r:embed="rId4"/>
              </a:ext>
            </a:extLst>
          </a:blip>
          <a:stretch>
            <a:fillRect/>
          </a:stretch>
        </p:blipFill>
        <p:spPr>
          <a:xfrm>
            <a:off x="9638582" y="4356235"/>
            <a:ext cx="2057400" cy="2057400"/>
          </a:xfrm>
          <a:prstGeom prst="ellipse">
            <a:avLst/>
          </a:prstGeom>
        </p:spPr>
      </p:pic>
      <p:sp>
        <p:nvSpPr>
          <p:cNvPr id="12" name="Rectangle 11">
            <a:extLst>
              <a:ext uri="{FF2B5EF4-FFF2-40B4-BE49-F238E27FC236}">
                <a16:creationId xmlns:a16="http://schemas.microsoft.com/office/drawing/2014/main" id="{42A37022-9F52-69CE-CEDA-3B45942DECE7}"/>
              </a:ext>
            </a:extLst>
          </p:cNvPr>
          <p:cNvSpPr/>
          <p:nvPr/>
        </p:nvSpPr>
        <p:spPr>
          <a:xfrm rot="5400000">
            <a:off x="10448388" y="5334540"/>
            <a:ext cx="238123" cy="2808799"/>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3" name="Rectangle 12">
            <a:extLst>
              <a:ext uri="{FF2B5EF4-FFF2-40B4-BE49-F238E27FC236}">
                <a16:creationId xmlns:a16="http://schemas.microsoft.com/office/drawing/2014/main" id="{9EF5FBAD-9C48-A8AC-6F05-B99F60F8C2B8}"/>
              </a:ext>
            </a:extLst>
          </p:cNvPr>
          <p:cNvSpPr/>
          <p:nvPr/>
        </p:nvSpPr>
        <p:spPr>
          <a:xfrm rot="5400000">
            <a:off x="7894789" y="5372100"/>
            <a:ext cx="2733675" cy="238125"/>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4" name="Rectangle 13">
            <a:extLst>
              <a:ext uri="{FF2B5EF4-FFF2-40B4-BE49-F238E27FC236}">
                <a16:creationId xmlns:a16="http://schemas.microsoft.com/office/drawing/2014/main" id="{3E307C56-6ED2-56CC-CCC6-D987D1E521B9}"/>
              </a:ext>
            </a:extLst>
          </p:cNvPr>
          <p:cNvSpPr/>
          <p:nvPr/>
        </p:nvSpPr>
        <p:spPr>
          <a:xfrm rot="5400000">
            <a:off x="10430412" y="2626531"/>
            <a:ext cx="238123" cy="2808799"/>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4" name="TextBox 3">
            <a:extLst>
              <a:ext uri="{FF2B5EF4-FFF2-40B4-BE49-F238E27FC236}">
                <a16:creationId xmlns:a16="http://schemas.microsoft.com/office/drawing/2014/main" id="{10EAA492-138C-4661-2EE6-8ED348C118B1}"/>
              </a:ext>
            </a:extLst>
          </p:cNvPr>
          <p:cNvSpPr txBox="1"/>
          <p:nvPr/>
        </p:nvSpPr>
        <p:spPr>
          <a:xfrm>
            <a:off x="700000" y="4952553"/>
            <a:ext cx="3295650" cy="1077218"/>
          </a:xfrm>
          <a:prstGeom prst="rect">
            <a:avLst/>
          </a:prstGeom>
          <a:noFill/>
        </p:spPr>
        <p:txBody>
          <a:bodyPr wrap="square" rtlCol="0">
            <a:spAutoFit/>
          </a:bodyPr>
          <a:lstStyle/>
          <a:p>
            <a:r>
              <a:rPr lang="en-US" sz="3200" dirty="0">
                <a:latin typeface="White Rabbit" panose="00000009000000000000" pitchFamily="50" charset="0"/>
                <a:cs typeface="White Rabbit" panose="00000009000000000000" pitchFamily="50" charset="0"/>
              </a:rPr>
              <a:t>Game Font -White Rabbit</a:t>
            </a:r>
          </a:p>
        </p:txBody>
      </p:sp>
      <p:pic>
        <p:nvPicPr>
          <p:cNvPr id="7" name="Picture 6">
            <a:extLst>
              <a:ext uri="{FF2B5EF4-FFF2-40B4-BE49-F238E27FC236}">
                <a16:creationId xmlns:a16="http://schemas.microsoft.com/office/drawing/2014/main" id="{319FF41E-48EB-361C-D7D2-1B28FEE8E0D1}"/>
              </a:ext>
            </a:extLst>
          </p:cNvPr>
          <p:cNvPicPr>
            <a:picLocks noChangeAspect="1"/>
          </p:cNvPicPr>
          <p:nvPr/>
        </p:nvPicPr>
        <p:blipFill>
          <a:blip r:embed="rId5">
            <a:alphaModFix amt="8000"/>
            <a:extLst>
              <a:ext uri="{BEBA8EAE-BF5A-486C-A8C5-ECC9F3942E4B}">
                <a14:imgProps xmlns:a14="http://schemas.microsoft.com/office/drawing/2010/main">
                  <a14:imgLayer r:embed="rId6">
                    <a14:imgEffect>
                      <a14:colorTemperature colorTemp="5154"/>
                    </a14:imgEffect>
                    <a14:imgEffect>
                      <a14:saturation sat="36000"/>
                    </a14:imgEffect>
                  </a14:imgLayer>
                </a14:imgProps>
              </a:ext>
              <a:ext uri="{28A0092B-C50C-407E-A947-70E740481C1C}">
                <a14:useLocalDpi xmlns:a14="http://schemas.microsoft.com/office/drawing/2010/main" val="0"/>
              </a:ext>
            </a:extLst>
          </a:blip>
          <a:srcRect/>
          <a:stretch/>
        </p:blipFill>
        <p:spPr>
          <a:xfrm>
            <a:off x="14869" y="0"/>
            <a:ext cx="12177131" cy="6858000"/>
          </a:xfrm>
          <a:prstGeom prst="rect">
            <a:avLst/>
          </a:prstGeom>
        </p:spPr>
      </p:pic>
    </p:spTree>
    <p:extLst>
      <p:ext uri="{BB962C8B-B14F-4D97-AF65-F5344CB8AC3E}">
        <p14:creationId xmlns:p14="http://schemas.microsoft.com/office/powerpoint/2010/main" val="48575012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E14E87-CB24-AF23-AC1B-98352FCFBFDC}"/>
              </a:ext>
            </a:extLst>
          </p:cNvPr>
          <p:cNvSpPr txBox="1">
            <a:spLocks/>
          </p:cNvSpPr>
          <p:nvPr/>
        </p:nvSpPr>
        <p:spPr>
          <a:xfrm>
            <a:off x="7979434" y="22557"/>
            <a:ext cx="4212566" cy="486406"/>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r"/>
            <a:r>
              <a:rPr lang="en-US" sz="3600" dirty="0">
                <a:latin typeface="Bahnschrift" panose="020B0502040204020203" pitchFamily="34" charset="0"/>
              </a:rPr>
              <a:t>Prototype Overview</a:t>
            </a:r>
          </a:p>
        </p:txBody>
      </p:sp>
      <p:sp>
        <p:nvSpPr>
          <p:cNvPr id="3" name="Title 1">
            <a:extLst>
              <a:ext uri="{FF2B5EF4-FFF2-40B4-BE49-F238E27FC236}">
                <a16:creationId xmlns:a16="http://schemas.microsoft.com/office/drawing/2014/main" id="{E31643FD-F60C-239A-B328-69648E27F2C5}"/>
              </a:ext>
            </a:extLst>
          </p:cNvPr>
          <p:cNvSpPr txBox="1">
            <a:spLocks/>
          </p:cNvSpPr>
          <p:nvPr/>
        </p:nvSpPr>
        <p:spPr>
          <a:xfrm>
            <a:off x="1" y="22557"/>
            <a:ext cx="1500995" cy="486406"/>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600" dirty="0">
                <a:latin typeface="Bahnschrift" panose="020B0502040204020203" pitchFamily="34" charset="0"/>
              </a:rPr>
              <a:t>Figma</a:t>
            </a:r>
          </a:p>
        </p:txBody>
      </p:sp>
      <p:cxnSp>
        <p:nvCxnSpPr>
          <p:cNvPr id="4" name="Straight Connector 3">
            <a:extLst>
              <a:ext uri="{FF2B5EF4-FFF2-40B4-BE49-F238E27FC236}">
                <a16:creationId xmlns:a16="http://schemas.microsoft.com/office/drawing/2014/main" id="{414F055B-CE61-A136-1F71-0F7518F814B1}"/>
              </a:ext>
            </a:extLst>
          </p:cNvPr>
          <p:cNvCxnSpPr>
            <a:cxnSpLocks/>
          </p:cNvCxnSpPr>
          <p:nvPr/>
        </p:nvCxnSpPr>
        <p:spPr>
          <a:xfrm>
            <a:off x="1500996" y="326635"/>
            <a:ext cx="6478438" cy="0"/>
          </a:xfrm>
          <a:prstGeom prst="line">
            <a:avLst/>
          </a:prstGeom>
          <a:ln w="3175"/>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CBE14FB4-B85F-6965-5FAB-C480B98390D3}"/>
              </a:ext>
            </a:extLst>
          </p:cNvPr>
          <p:cNvCxnSpPr>
            <a:cxnSpLocks/>
          </p:cNvCxnSpPr>
          <p:nvPr/>
        </p:nvCxnSpPr>
        <p:spPr>
          <a:xfrm>
            <a:off x="1500996" y="392771"/>
            <a:ext cx="6478438" cy="0"/>
          </a:xfrm>
          <a:prstGeom prst="line">
            <a:avLst/>
          </a:prstGeom>
          <a:ln w="3175"/>
        </p:spPr>
        <p:style>
          <a:lnRef idx="2">
            <a:schemeClr val="accent1"/>
          </a:lnRef>
          <a:fillRef idx="0">
            <a:schemeClr val="accent1"/>
          </a:fillRef>
          <a:effectRef idx="1">
            <a:schemeClr val="accent1"/>
          </a:effectRef>
          <a:fontRef idx="minor">
            <a:schemeClr val="tx1"/>
          </a:fontRef>
        </p:style>
      </p:cxnSp>
      <p:cxnSp>
        <p:nvCxnSpPr>
          <p:cNvPr id="10" name="Straight Connector 9">
            <a:extLst>
              <a:ext uri="{FF2B5EF4-FFF2-40B4-BE49-F238E27FC236}">
                <a16:creationId xmlns:a16="http://schemas.microsoft.com/office/drawing/2014/main" id="{54949B61-73F9-031F-CA98-C3A56AC95AA0}"/>
              </a:ext>
            </a:extLst>
          </p:cNvPr>
          <p:cNvCxnSpPr>
            <a:cxnSpLocks/>
          </p:cNvCxnSpPr>
          <p:nvPr/>
        </p:nvCxnSpPr>
        <p:spPr>
          <a:xfrm>
            <a:off x="1500996" y="260498"/>
            <a:ext cx="6478438" cy="0"/>
          </a:xfrm>
          <a:prstGeom prst="line">
            <a:avLst/>
          </a:prstGeom>
          <a:ln w="3175"/>
        </p:spPr>
        <p:style>
          <a:lnRef idx="2">
            <a:schemeClr val="accent1"/>
          </a:lnRef>
          <a:fillRef idx="0">
            <a:schemeClr val="accent1"/>
          </a:fillRef>
          <a:effectRef idx="1">
            <a:schemeClr val="accent1"/>
          </a:effectRef>
          <a:fontRef idx="minor">
            <a:schemeClr val="tx1"/>
          </a:fontRef>
        </p:style>
      </p:cxnSp>
      <p:cxnSp>
        <p:nvCxnSpPr>
          <p:cNvPr id="11" name="Straight Connector 10">
            <a:extLst>
              <a:ext uri="{FF2B5EF4-FFF2-40B4-BE49-F238E27FC236}">
                <a16:creationId xmlns:a16="http://schemas.microsoft.com/office/drawing/2014/main" id="{79E9EC00-F423-6F10-CD03-6B33EEE30C7F}"/>
              </a:ext>
            </a:extLst>
          </p:cNvPr>
          <p:cNvCxnSpPr>
            <a:cxnSpLocks/>
          </p:cNvCxnSpPr>
          <p:nvPr/>
        </p:nvCxnSpPr>
        <p:spPr>
          <a:xfrm>
            <a:off x="0" y="6681424"/>
            <a:ext cx="12192000" cy="0"/>
          </a:xfrm>
          <a:prstGeom prst="line">
            <a:avLst/>
          </a:prstGeom>
          <a:ln w="3175"/>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31E17E4B-2EB8-3BE5-7E88-01F720CAC831}"/>
              </a:ext>
            </a:extLst>
          </p:cNvPr>
          <p:cNvCxnSpPr>
            <a:cxnSpLocks/>
          </p:cNvCxnSpPr>
          <p:nvPr/>
        </p:nvCxnSpPr>
        <p:spPr>
          <a:xfrm>
            <a:off x="0" y="6747560"/>
            <a:ext cx="12192000" cy="0"/>
          </a:xfrm>
          <a:prstGeom prst="line">
            <a:avLst/>
          </a:prstGeom>
          <a:ln w="3175"/>
        </p:spPr>
        <p:style>
          <a:lnRef idx="2">
            <a:schemeClr val="accent1"/>
          </a:lnRef>
          <a:fillRef idx="0">
            <a:schemeClr val="accent1"/>
          </a:fillRef>
          <a:effectRef idx="1">
            <a:schemeClr val="accent1"/>
          </a:effectRef>
          <a:fontRef idx="minor">
            <a:schemeClr val="tx1"/>
          </a:fontRef>
        </p:style>
      </p:cxnSp>
      <p:cxnSp>
        <p:nvCxnSpPr>
          <p:cNvPr id="13" name="Straight Connector 12">
            <a:extLst>
              <a:ext uri="{FF2B5EF4-FFF2-40B4-BE49-F238E27FC236}">
                <a16:creationId xmlns:a16="http://schemas.microsoft.com/office/drawing/2014/main" id="{B1A7D1BF-27A1-8357-18B1-4B7F2FEA531E}"/>
              </a:ext>
            </a:extLst>
          </p:cNvPr>
          <p:cNvCxnSpPr>
            <a:cxnSpLocks/>
          </p:cNvCxnSpPr>
          <p:nvPr/>
        </p:nvCxnSpPr>
        <p:spPr>
          <a:xfrm>
            <a:off x="0" y="6615287"/>
            <a:ext cx="12192000" cy="0"/>
          </a:xfrm>
          <a:prstGeom prst="line">
            <a:avLst/>
          </a:prstGeom>
          <a:ln w="3175"/>
        </p:spPr>
        <p:style>
          <a:lnRef idx="2">
            <a:schemeClr val="accent1"/>
          </a:lnRef>
          <a:fillRef idx="0">
            <a:schemeClr val="accent1"/>
          </a:fillRef>
          <a:effectRef idx="1">
            <a:schemeClr val="accent1"/>
          </a:effectRef>
          <a:fontRef idx="minor">
            <a:schemeClr val="tx1"/>
          </a:fontRef>
        </p:style>
      </p:cxnSp>
      <p:pic>
        <p:nvPicPr>
          <p:cNvPr id="24" name="Picture 23" descr="A screen shot of a computer&#10;&#10;AI-generated content may be incorrect.">
            <a:extLst>
              <a:ext uri="{FF2B5EF4-FFF2-40B4-BE49-F238E27FC236}">
                <a16:creationId xmlns:a16="http://schemas.microsoft.com/office/drawing/2014/main" id="{41098A8B-E042-1C61-155D-C7DD84851C1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1162" y="709075"/>
            <a:ext cx="4013300" cy="2853902"/>
          </a:xfrm>
          <a:prstGeom prst="rect">
            <a:avLst/>
          </a:prstGeom>
        </p:spPr>
      </p:pic>
      <p:pic>
        <p:nvPicPr>
          <p:cNvPr id="26" name="Picture 25" descr="A screenshot of a computer&#10;&#10;AI-generated content may be incorrect.">
            <a:extLst>
              <a:ext uri="{FF2B5EF4-FFF2-40B4-BE49-F238E27FC236}">
                <a16:creationId xmlns:a16="http://schemas.microsoft.com/office/drawing/2014/main" id="{A7F58EAA-C24A-A9B5-0C39-D1F4ECE89B5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61162" y="3629112"/>
            <a:ext cx="4013300" cy="2853902"/>
          </a:xfrm>
          <a:prstGeom prst="rect">
            <a:avLst/>
          </a:prstGeom>
        </p:spPr>
      </p:pic>
      <p:pic>
        <p:nvPicPr>
          <p:cNvPr id="28" name="Picture 27" descr="A screenshot of a computer&#10;&#10;AI-generated content may be incorrect.">
            <a:extLst>
              <a:ext uri="{FF2B5EF4-FFF2-40B4-BE49-F238E27FC236}">
                <a16:creationId xmlns:a16="http://schemas.microsoft.com/office/drawing/2014/main" id="{9E16BFE6-5931-EBFD-5206-E13E046A1BD6}"/>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246826" y="709927"/>
            <a:ext cx="4010903" cy="2852198"/>
          </a:xfrm>
          <a:prstGeom prst="rect">
            <a:avLst/>
          </a:prstGeom>
        </p:spPr>
      </p:pic>
      <p:pic>
        <p:nvPicPr>
          <p:cNvPr id="30" name="Picture 29" descr="A screenshot of a computer&#10;&#10;AI-generated content may be incorrect.">
            <a:extLst>
              <a:ext uri="{FF2B5EF4-FFF2-40B4-BE49-F238E27FC236}">
                <a16:creationId xmlns:a16="http://schemas.microsoft.com/office/drawing/2014/main" id="{D356FBD8-D29E-D65A-774B-45B8BE8E9FFC}"/>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246826" y="3628260"/>
            <a:ext cx="4010903" cy="2852197"/>
          </a:xfrm>
          <a:prstGeom prst="rect">
            <a:avLst/>
          </a:prstGeom>
        </p:spPr>
      </p:pic>
      <p:pic>
        <p:nvPicPr>
          <p:cNvPr id="34" name="Picture 33" descr="A screenshot of a computer program&#10;&#10;AI-generated content may be incorrect.">
            <a:extLst>
              <a:ext uri="{FF2B5EF4-FFF2-40B4-BE49-F238E27FC236}">
                <a16:creationId xmlns:a16="http://schemas.microsoft.com/office/drawing/2014/main" id="{22C062C8-F374-6682-187A-4B91FA624328}"/>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8330093" y="997558"/>
            <a:ext cx="3654699" cy="2276936"/>
          </a:xfrm>
          <a:prstGeom prst="rect">
            <a:avLst/>
          </a:prstGeom>
        </p:spPr>
      </p:pic>
      <p:pic>
        <p:nvPicPr>
          <p:cNvPr id="36" name="Picture 35" descr="A screen shot of a computer&#10;&#10;AI-generated content may be incorrect.">
            <a:extLst>
              <a:ext uri="{FF2B5EF4-FFF2-40B4-BE49-F238E27FC236}">
                <a16:creationId xmlns:a16="http://schemas.microsoft.com/office/drawing/2014/main" id="{9AA6979E-F94E-8C8D-6500-E7453482D6A5}"/>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8352885" y="3406767"/>
            <a:ext cx="2248135" cy="1598674"/>
          </a:xfrm>
          <a:prstGeom prst="rect">
            <a:avLst/>
          </a:prstGeom>
        </p:spPr>
      </p:pic>
      <p:sp>
        <p:nvSpPr>
          <p:cNvPr id="39" name="Rectangle: Rounded Corners 38">
            <a:extLst>
              <a:ext uri="{FF2B5EF4-FFF2-40B4-BE49-F238E27FC236}">
                <a16:creationId xmlns:a16="http://schemas.microsoft.com/office/drawing/2014/main" id="{541737E5-D233-C885-2620-29FBAA551727}"/>
              </a:ext>
            </a:extLst>
          </p:cNvPr>
          <p:cNvSpPr/>
          <p:nvPr/>
        </p:nvSpPr>
        <p:spPr>
          <a:xfrm>
            <a:off x="88798" y="641236"/>
            <a:ext cx="1365258" cy="288482"/>
          </a:xfrm>
          <a:prstGeom prst="roundRect">
            <a:avLst>
              <a:gd name="adj" fmla="val 7436"/>
            </a:avLst>
          </a:prstGeom>
          <a:solidFill>
            <a:schemeClr val="accent1"/>
          </a:solidFill>
          <a:ln w="38100">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b="1" dirty="0">
                <a:solidFill>
                  <a:schemeClr val="bg1"/>
                </a:solidFill>
                <a:latin typeface="Segoe UI Light" panose="020B0502040204020203" pitchFamily="34" charset="0"/>
                <a:cs typeface="Segoe UI Light" panose="020B0502040204020203" pitchFamily="34" charset="0"/>
              </a:rPr>
              <a:t>Title Screen</a:t>
            </a:r>
          </a:p>
        </p:txBody>
      </p:sp>
      <p:sp>
        <p:nvSpPr>
          <p:cNvPr id="41" name="Rectangle: Rounded Corners 40">
            <a:extLst>
              <a:ext uri="{FF2B5EF4-FFF2-40B4-BE49-F238E27FC236}">
                <a16:creationId xmlns:a16="http://schemas.microsoft.com/office/drawing/2014/main" id="{A4DF7D99-3ACD-1888-44DE-749EDD713509}"/>
              </a:ext>
            </a:extLst>
          </p:cNvPr>
          <p:cNvSpPr/>
          <p:nvPr/>
        </p:nvSpPr>
        <p:spPr>
          <a:xfrm>
            <a:off x="88798" y="3590798"/>
            <a:ext cx="1365258" cy="288482"/>
          </a:xfrm>
          <a:prstGeom prst="roundRect">
            <a:avLst>
              <a:gd name="adj" fmla="val 7436"/>
            </a:avLst>
          </a:prstGeom>
          <a:solidFill>
            <a:schemeClr val="accent1"/>
          </a:solidFill>
          <a:ln w="38100">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b="1" dirty="0">
                <a:solidFill>
                  <a:schemeClr val="bg1"/>
                </a:solidFill>
                <a:latin typeface="Segoe UI Light" panose="020B0502040204020203" pitchFamily="34" charset="0"/>
                <a:cs typeface="Segoe UI Light" panose="020B0502040204020203" pitchFamily="34" charset="0"/>
              </a:rPr>
              <a:t>Name Entry</a:t>
            </a:r>
          </a:p>
        </p:txBody>
      </p:sp>
      <p:sp>
        <p:nvSpPr>
          <p:cNvPr id="42" name="Rectangle: Rounded Corners 41">
            <a:extLst>
              <a:ext uri="{FF2B5EF4-FFF2-40B4-BE49-F238E27FC236}">
                <a16:creationId xmlns:a16="http://schemas.microsoft.com/office/drawing/2014/main" id="{77722400-14B3-D805-ABD3-9C268C6AD36B}"/>
              </a:ext>
            </a:extLst>
          </p:cNvPr>
          <p:cNvSpPr/>
          <p:nvPr/>
        </p:nvSpPr>
        <p:spPr>
          <a:xfrm>
            <a:off x="5020002" y="3439598"/>
            <a:ext cx="2151995" cy="288482"/>
          </a:xfrm>
          <a:prstGeom prst="roundRect">
            <a:avLst>
              <a:gd name="adj" fmla="val 7436"/>
            </a:avLst>
          </a:prstGeom>
          <a:solidFill>
            <a:schemeClr val="accent1"/>
          </a:solidFill>
          <a:ln w="38100">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b="1" dirty="0">
                <a:solidFill>
                  <a:schemeClr val="bg1"/>
                </a:solidFill>
                <a:latin typeface="Segoe UI Light" panose="020B0502040204020203" pitchFamily="34" charset="0"/>
                <a:cs typeface="Segoe UI Light" panose="020B0502040204020203" pitchFamily="34" charset="0"/>
              </a:rPr>
              <a:t>Dialogue + Choices</a:t>
            </a:r>
          </a:p>
        </p:txBody>
      </p:sp>
      <p:sp>
        <p:nvSpPr>
          <p:cNvPr id="43" name="Rectangle: Rounded Corners 42">
            <a:extLst>
              <a:ext uri="{FF2B5EF4-FFF2-40B4-BE49-F238E27FC236}">
                <a16:creationId xmlns:a16="http://schemas.microsoft.com/office/drawing/2014/main" id="{58336BA0-8BE6-212B-9749-A6CEFAD1CEB2}"/>
              </a:ext>
            </a:extLst>
          </p:cNvPr>
          <p:cNvSpPr/>
          <p:nvPr/>
        </p:nvSpPr>
        <p:spPr>
          <a:xfrm>
            <a:off x="10069671" y="3019080"/>
            <a:ext cx="1961167" cy="288482"/>
          </a:xfrm>
          <a:prstGeom prst="roundRect">
            <a:avLst>
              <a:gd name="adj" fmla="val 7436"/>
            </a:avLst>
          </a:prstGeom>
          <a:solidFill>
            <a:schemeClr val="accent1"/>
          </a:solidFill>
          <a:ln w="38100">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b="1" dirty="0">
                <a:solidFill>
                  <a:schemeClr val="bg1"/>
                </a:solidFill>
                <a:latin typeface="Segoe UI Light" panose="020B0502040204020203" pitchFamily="34" charset="0"/>
                <a:cs typeface="Segoe UI Light" panose="020B0502040204020203" pitchFamily="34" charset="0"/>
              </a:rPr>
              <a:t>Settings Overlay</a:t>
            </a:r>
          </a:p>
        </p:txBody>
      </p:sp>
      <p:sp>
        <p:nvSpPr>
          <p:cNvPr id="44" name="Rectangle: Rounded Corners 43">
            <a:extLst>
              <a:ext uri="{FF2B5EF4-FFF2-40B4-BE49-F238E27FC236}">
                <a16:creationId xmlns:a16="http://schemas.microsoft.com/office/drawing/2014/main" id="{91762FF7-76A7-D227-E380-7FFDB163176D}"/>
              </a:ext>
            </a:extLst>
          </p:cNvPr>
          <p:cNvSpPr/>
          <p:nvPr/>
        </p:nvSpPr>
        <p:spPr>
          <a:xfrm>
            <a:off x="8330093" y="4801292"/>
            <a:ext cx="1300339" cy="287196"/>
          </a:xfrm>
          <a:prstGeom prst="roundRect">
            <a:avLst>
              <a:gd name="adj" fmla="val 7436"/>
            </a:avLst>
          </a:prstGeom>
          <a:solidFill>
            <a:schemeClr val="accent1"/>
          </a:solidFill>
          <a:ln w="38100">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b="1" dirty="0">
                <a:solidFill>
                  <a:schemeClr val="bg1"/>
                </a:solidFill>
                <a:latin typeface="Segoe UI Light" panose="020B0502040204020203" pitchFamily="34" charset="0"/>
                <a:cs typeface="Segoe UI Light" panose="020B0502040204020203" pitchFamily="34" charset="0"/>
              </a:rPr>
              <a:t>End Screen</a:t>
            </a:r>
          </a:p>
        </p:txBody>
      </p:sp>
      <p:pic>
        <p:nvPicPr>
          <p:cNvPr id="45" name="Camera 44">
            <a:extLst>
              <a:ext uri="{FF2B5EF4-FFF2-40B4-BE49-F238E27FC236}">
                <a16:creationId xmlns:a16="http://schemas.microsoft.com/office/drawing/2014/main" id="{45362128-3170-EB8A-43A9-9535723FD341}"/>
              </a:ext>
            </a:extLst>
          </p:cNvPr>
          <p:cNvPicPr>
            <a:picLocks noChangeAspect="1"/>
            <a:extLst>
              <a:ext uri="{51228E76-BA90-4043-B771-695A4F85340A}">
                <alf:liveFeedProps xmlns:alf="http://schemas.microsoft.com/office/drawing/2021/livefeed"/>
              </a:ext>
            </a:extLst>
          </p:cNvPicPr>
          <p:nvPr/>
        </p:nvPicPr>
        <p:blipFill>
          <a:blip r:embed="rId9">
            <a:extLst>
              <a:ext uri="{96DAC541-7B7A-43D3-8B79-37D633B846F1}">
                <asvg:svgBlip xmlns:asvg="http://schemas.microsoft.com/office/drawing/2016/SVG/main" r:embed="rId10"/>
              </a:ext>
            </a:extLst>
          </a:blip>
          <a:stretch>
            <a:fillRect/>
          </a:stretch>
        </p:blipFill>
        <p:spPr>
          <a:xfrm>
            <a:off x="10061273" y="4477003"/>
            <a:ext cx="2057400" cy="2057400"/>
          </a:xfrm>
          <a:prstGeom prst="ellipse">
            <a:avLst/>
          </a:prstGeom>
        </p:spPr>
      </p:pic>
      <p:pic>
        <p:nvPicPr>
          <p:cNvPr id="47" name="Picture 46">
            <a:extLst>
              <a:ext uri="{FF2B5EF4-FFF2-40B4-BE49-F238E27FC236}">
                <a16:creationId xmlns:a16="http://schemas.microsoft.com/office/drawing/2014/main" id="{4D0E42D2-0EAB-1405-AD66-5205B6835C40}"/>
              </a:ext>
            </a:extLst>
          </p:cNvPr>
          <p:cNvPicPr>
            <a:picLocks noChangeAspect="1"/>
          </p:cNvPicPr>
          <p:nvPr/>
        </p:nvPicPr>
        <p:blipFill>
          <a:blip r:embed="rId11">
            <a:alphaModFix amt="8000"/>
            <a:extLst>
              <a:ext uri="{BEBA8EAE-BF5A-486C-A8C5-ECC9F3942E4B}">
                <a14:imgProps xmlns:a14="http://schemas.microsoft.com/office/drawing/2010/main">
                  <a14:imgLayer r:embed="rId12">
                    <a14:imgEffect>
                      <a14:colorTemperature colorTemp="5154"/>
                    </a14:imgEffect>
                    <a14:imgEffect>
                      <a14:saturation sat="36000"/>
                    </a14:imgEffect>
                  </a14:imgLayer>
                </a14:imgProps>
              </a:ext>
              <a:ext uri="{28A0092B-C50C-407E-A947-70E740481C1C}">
                <a14:useLocalDpi xmlns:a14="http://schemas.microsoft.com/office/drawing/2010/main" val="0"/>
              </a:ext>
            </a:extLst>
          </a:blip>
          <a:srcRect/>
          <a:stretch/>
        </p:blipFill>
        <p:spPr>
          <a:xfrm>
            <a:off x="14869" y="0"/>
            <a:ext cx="12177131" cy="6858000"/>
          </a:xfrm>
          <a:prstGeom prst="rect">
            <a:avLst/>
          </a:prstGeom>
        </p:spPr>
      </p:pic>
    </p:spTree>
    <p:extLst>
      <p:ext uri="{BB962C8B-B14F-4D97-AF65-F5344CB8AC3E}">
        <p14:creationId xmlns:p14="http://schemas.microsoft.com/office/powerpoint/2010/main" val="393135944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8" name="Picture 37" descr="A screenshot of a computer program&#10;&#10;AI-generated content may be incorrect.">
            <a:extLst>
              <a:ext uri="{FF2B5EF4-FFF2-40B4-BE49-F238E27FC236}">
                <a16:creationId xmlns:a16="http://schemas.microsoft.com/office/drawing/2014/main" id="{0CACE7ED-113A-5641-BC91-7B1FBE4B6771}"/>
              </a:ext>
            </a:extLst>
          </p:cNvPr>
          <p:cNvPicPr>
            <a:picLocks noChangeAspect="1"/>
          </p:cNvPicPr>
          <p:nvPr/>
        </p:nvPicPr>
        <p:blipFill>
          <a:blip r:embed="rId3">
            <a:extLst>
              <a:ext uri="{28A0092B-C50C-407E-A947-70E740481C1C}">
                <a14:useLocalDpi xmlns:a14="http://schemas.microsoft.com/office/drawing/2010/main" val="0"/>
              </a:ext>
            </a:extLst>
          </a:blip>
          <a:srcRect l="2407" r="2032"/>
          <a:stretch>
            <a:fillRect/>
          </a:stretch>
        </p:blipFill>
        <p:spPr>
          <a:xfrm>
            <a:off x="0" y="264250"/>
            <a:ext cx="12192000" cy="5656643"/>
          </a:xfrm>
          <a:prstGeom prst="rect">
            <a:avLst/>
          </a:prstGeom>
        </p:spPr>
      </p:pic>
      <p:cxnSp>
        <p:nvCxnSpPr>
          <p:cNvPr id="2" name="Straight Connector 1">
            <a:extLst>
              <a:ext uri="{FF2B5EF4-FFF2-40B4-BE49-F238E27FC236}">
                <a16:creationId xmlns:a16="http://schemas.microsoft.com/office/drawing/2014/main" id="{0374BFAA-4003-177F-8EB8-550929F05499}"/>
              </a:ext>
            </a:extLst>
          </p:cNvPr>
          <p:cNvCxnSpPr>
            <a:cxnSpLocks/>
          </p:cNvCxnSpPr>
          <p:nvPr/>
        </p:nvCxnSpPr>
        <p:spPr>
          <a:xfrm>
            <a:off x="0" y="5991313"/>
            <a:ext cx="12192000" cy="0"/>
          </a:xfrm>
          <a:prstGeom prst="line">
            <a:avLst/>
          </a:prstGeom>
          <a:ln w="3175"/>
        </p:spPr>
        <p:style>
          <a:lnRef idx="2">
            <a:schemeClr val="accent1"/>
          </a:lnRef>
          <a:fillRef idx="0">
            <a:schemeClr val="accent1"/>
          </a:fillRef>
          <a:effectRef idx="1">
            <a:schemeClr val="accent1"/>
          </a:effectRef>
          <a:fontRef idx="minor">
            <a:schemeClr val="tx1"/>
          </a:fontRef>
        </p:style>
      </p:cxnSp>
      <p:cxnSp>
        <p:nvCxnSpPr>
          <p:cNvPr id="3" name="Straight Connector 2">
            <a:extLst>
              <a:ext uri="{FF2B5EF4-FFF2-40B4-BE49-F238E27FC236}">
                <a16:creationId xmlns:a16="http://schemas.microsoft.com/office/drawing/2014/main" id="{03E1AF40-9D5D-3E35-59A4-49DC1EED5EC3}"/>
              </a:ext>
            </a:extLst>
          </p:cNvPr>
          <p:cNvCxnSpPr>
            <a:cxnSpLocks/>
          </p:cNvCxnSpPr>
          <p:nvPr/>
        </p:nvCxnSpPr>
        <p:spPr>
          <a:xfrm>
            <a:off x="0" y="6057449"/>
            <a:ext cx="12192000" cy="0"/>
          </a:xfrm>
          <a:prstGeom prst="line">
            <a:avLst/>
          </a:prstGeom>
          <a:ln w="3175"/>
        </p:spPr>
        <p:style>
          <a:lnRef idx="2">
            <a:schemeClr val="accent1"/>
          </a:lnRef>
          <a:fillRef idx="0">
            <a:schemeClr val="accent1"/>
          </a:fillRef>
          <a:effectRef idx="1">
            <a:schemeClr val="accent1"/>
          </a:effectRef>
          <a:fontRef idx="minor">
            <a:schemeClr val="tx1"/>
          </a:fontRef>
        </p:style>
      </p:cxnSp>
      <p:cxnSp>
        <p:nvCxnSpPr>
          <p:cNvPr id="4" name="Straight Connector 3">
            <a:extLst>
              <a:ext uri="{FF2B5EF4-FFF2-40B4-BE49-F238E27FC236}">
                <a16:creationId xmlns:a16="http://schemas.microsoft.com/office/drawing/2014/main" id="{504A3A57-3F23-0E62-C807-6ADA38354B44}"/>
              </a:ext>
            </a:extLst>
          </p:cNvPr>
          <p:cNvCxnSpPr>
            <a:cxnSpLocks/>
          </p:cNvCxnSpPr>
          <p:nvPr/>
        </p:nvCxnSpPr>
        <p:spPr>
          <a:xfrm>
            <a:off x="0" y="5925176"/>
            <a:ext cx="12192000" cy="0"/>
          </a:xfrm>
          <a:prstGeom prst="line">
            <a:avLst/>
          </a:prstGeom>
          <a:ln w="3175"/>
        </p:spPr>
        <p:style>
          <a:lnRef idx="2">
            <a:schemeClr val="accent1"/>
          </a:lnRef>
          <a:fillRef idx="0">
            <a:schemeClr val="accent1"/>
          </a:fillRef>
          <a:effectRef idx="1">
            <a:schemeClr val="accent1"/>
          </a:effectRef>
          <a:fontRef idx="minor">
            <a:schemeClr val="tx1"/>
          </a:fontRef>
        </p:style>
      </p:cxnSp>
      <p:cxnSp>
        <p:nvCxnSpPr>
          <p:cNvPr id="5" name="Straight Connector 4">
            <a:extLst>
              <a:ext uri="{FF2B5EF4-FFF2-40B4-BE49-F238E27FC236}">
                <a16:creationId xmlns:a16="http://schemas.microsoft.com/office/drawing/2014/main" id="{7004ED56-97F6-415E-6021-83EFB8CD8421}"/>
              </a:ext>
            </a:extLst>
          </p:cNvPr>
          <p:cNvCxnSpPr>
            <a:cxnSpLocks/>
          </p:cNvCxnSpPr>
          <p:nvPr/>
        </p:nvCxnSpPr>
        <p:spPr>
          <a:xfrm>
            <a:off x="0" y="193831"/>
            <a:ext cx="12192000" cy="0"/>
          </a:xfrm>
          <a:prstGeom prst="line">
            <a:avLst/>
          </a:prstGeom>
          <a:ln w="3175"/>
        </p:spPr>
        <p:style>
          <a:lnRef idx="2">
            <a:schemeClr val="accent1"/>
          </a:lnRef>
          <a:fillRef idx="0">
            <a:schemeClr val="accent1"/>
          </a:fillRef>
          <a:effectRef idx="1">
            <a:schemeClr val="accent1"/>
          </a:effectRef>
          <a:fontRef idx="minor">
            <a:schemeClr val="tx1"/>
          </a:fontRef>
        </p:style>
      </p:cxnSp>
      <p:cxnSp>
        <p:nvCxnSpPr>
          <p:cNvPr id="6" name="Straight Connector 5">
            <a:extLst>
              <a:ext uri="{FF2B5EF4-FFF2-40B4-BE49-F238E27FC236}">
                <a16:creationId xmlns:a16="http://schemas.microsoft.com/office/drawing/2014/main" id="{6A08C7D1-71E1-4C01-5648-247A0AFD7BA5}"/>
              </a:ext>
            </a:extLst>
          </p:cNvPr>
          <p:cNvCxnSpPr>
            <a:cxnSpLocks/>
          </p:cNvCxnSpPr>
          <p:nvPr/>
        </p:nvCxnSpPr>
        <p:spPr>
          <a:xfrm>
            <a:off x="0" y="259967"/>
            <a:ext cx="12192000" cy="0"/>
          </a:xfrm>
          <a:prstGeom prst="line">
            <a:avLst/>
          </a:prstGeom>
          <a:ln w="3175"/>
        </p:spPr>
        <p:style>
          <a:lnRef idx="2">
            <a:schemeClr val="accent1"/>
          </a:lnRef>
          <a:fillRef idx="0">
            <a:schemeClr val="accent1"/>
          </a:fillRef>
          <a:effectRef idx="1">
            <a:schemeClr val="accent1"/>
          </a:effectRef>
          <a:fontRef idx="minor">
            <a:schemeClr val="tx1"/>
          </a:fontRef>
        </p:style>
      </p:cxnSp>
      <p:cxnSp>
        <p:nvCxnSpPr>
          <p:cNvPr id="7" name="Straight Connector 6">
            <a:extLst>
              <a:ext uri="{FF2B5EF4-FFF2-40B4-BE49-F238E27FC236}">
                <a16:creationId xmlns:a16="http://schemas.microsoft.com/office/drawing/2014/main" id="{6166E4B3-D7F6-9829-2006-342988BF3FFB}"/>
              </a:ext>
            </a:extLst>
          </p:cNvPr>
          <p:cNvCxnSpPr>
            <a:cxnSpLocks/>
          </p:cNvCxnSpPr>
          <p:nvPr/>
        </p:nvCxnSpPr>
        <p:spPr>
          <a:xfrm>
            <a:off x="0" y="127694"/>
            <a:ext cx="12192000" cy="0"/>
          </a:xfrm>
          <a:prstGeom prst="line">
            <a:avLst/>
          </a:prstGeom>
          <a:ln w="3175"/>
        </p:spPr>
        <p:style>
          <a:lnRef idx="2">
            <a:schemeClr val="accent1"/>
          </a:lnRef>
          <a:fillRef idx="0">
            <a:schemeClr val="accent1"/>
          </a:fillRef>
          <a:effectRef idx="1">
            <a:schemeClr val="accent1"/>
          </a:effectRef>
          <a:fontRef idx="minor">
            <a:schemeClr val="tx1"/>
          </a:fontRef>
        </p:style>
      </p:cxnSp>
      <p:sp>
        <p:nvSpPr>
          <p:cNvPr id="8" name="Rectangle 7">
            <a:extLst>
              <a:ext uri="{FF2B5EF4-FFF2-40B4-BE49-F238E27FC236}">
                <a16:creationId xmlns:a16="http://schemas.microsoft.com/office/drawing/2014/main" id="{E6DA5259-C8A3-7E4D-9676-7777E00C74B5}"/>
              </a:ext>
            </a:extLst>
          </p:cNvPr>
          <p:cNvSpPr/>
          <p:nvPr/>
        </p:nvSpPr>
        <p:spPr>
          <a:xfrm>
            <a:off x="0" y="2518915"/>
            <a:ext cx="3096883" cy="1121434"/>
          </a:xfrm>
          <a:prstGeom prst="rect">
            <a:avLst/>
          </a:prstGeom>
          <a:noFill/>
          <a:ln>
            <a:solidFill>
              <a:schemeClr val="accent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41B6DA7A-397A-3572-E9C2-5343599AC3B9}"/>
              </a:ext>
            </a:extLst>
          </p:cNvPr>
          <p:cNvSpPr/>
          <p:nvPr/>
        </p:nvSpPr>
        <p:spPr>
          <a:xfrm>
            <a:off x="10598987" y="2544793"/>
            <a:ext cx="1552755" cy="1121434"/>
          </a:xfrm>
          <a:prstGeom prst="rect">
            <a:avLst/>
          </a:prstGeom>
          <a:noFill/>
          <a:ln>
            <a:solidFill>
              <a:schemeClr val="accent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15" name="Straight Arrow Connector 14">
            <a:extLst>
              <a:ext uri="{FF2B5EF4-FFF2-40B4-BE49-F238E27FC236}">
                <a16:creationId xmlns:a16="http://schemas.microsoft.com/office/drawing/2014/main" id="{76C75F23-4249-20E4-9EFB-0AFADA7C453C}"/>
              </a:ext>
            </a:extLst>
          </p:cNvPr>
          <p:cNvCxnSpPr/>
          <p:nvPr/>
        </p:nvCxnSpPr>
        <p:spPr>
          <a:xfrm>
            <a:off x="776377" y="3545459"/>
            <a:ext cx="0" cy="439947"/>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17" name="Straight Arrow Connector 16">
            <a:extLst>
              <a:ext uri="{FF2B5EF4-FFF2-40B4-BE49-F238E27FC236}">
                <a16:creationId xmlns:a16="http://schemas.microsoft.com/office/drawing/2014/main" id="{2F7CE301-CB91-C098-D383-AA980B72788C}"/>
              </a:ext>
            </a:extLst>
          </p:cNvPr>
          <p:cNvCxnSpPr/>
          <p:nvPr/>
        </p:nvCxnSpPr>
        <p:spPr>
          <a:xfrm flipV="1">
            <a:off x="1371600" y="3640349"/>
            <a:ext cx="681487" cy="534838"/>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19" name="Straight Arrow Connector 18">
            <a:extLst>
              <a:ext uri="{FF2B5EF4-FFF2-40B4-BE49-F238E27FC236}">
                <a16:creationId xmlns:a16="http://schemas.microsoft.com/office/drawing/2014/main" id="{A6F40F3E-D2BC-6ACF-C26E-D6328DA09591}"/>
              </a:ext>
            </a:extLst>
          </p:cNvPr>
          <p:cNvCxnSpPr>
            <a:cxnSpLocks/>
          </p:cNvCxnSpPr>
          <p:nvPr/>
        </p:nvCxnSpPr>
        <p:spPr>
          <a:xfrm>
            <a:off x="3096883" y="3079632"/>
            <a:ext cx="327804" cy="1095555"/>
          </a:xfrm>
          <a:prstGeom prst="straightConnector1">
            <a:avLst/>
          </a:prstGeom>
          <a:ln>
            <a:solidFill>
              <a:srgbClr val="FFFF99"/>
            </a:solidFill>
            <a:tailEnd type="triangle"/>
          </a:ln>
        </p:spPr>
        <p:style>
          <a:lnRef idx="2">
            <a:schemeClr val="accent1"/>
          </a:lnRef>
          <a:fillRef idx="0">
            <a:schemeClr val="accent1"/>
          </a:fillRef>
          <a:effectRef idx="1">
            <a:schemeClr val="accent1"/>
          </a:effectRef>
          <a:fontRef idx="minor">
            <a:schemeClr val="tx1"/>
          </a:fontRef>
        </p:style>
      </p:cxnSp>
      <p:cxnSp>
        <p:nvCxnSpPr>
          <p:cNvPr id="21" name="Straight Arrow Connector 20">
            <a:extLst>
              <a:ext uri="{FF2B5EF4-FFF2-40B4-BE49-F238E27FC236}">
                <a16:creationId xmlns:a16="http://schemas.microsoft.com/office/drawing/2014/main" id="{22E3EC8E-DC00-35CB-32AA-A9B29CB837B7}"/>
              </a:ext>
            </a:extLst>
          </p:cNvPr>
          <p:cNvCxnSpPr>
            <a:cxnSpLocks/>
          </p:cNvCxnSpPr>
          <p:nvPr/>
        </p:nvCxnSpPr>
        <p:spPr>
          <a:xfrm>
            <a:off x="4960190" y="4819588"/>
            <a:ext cx="1958196" cy="0"/>
          </a:xfrm>
          <a:prstGeom prst="straightConnector1">
            <a:avLst/>
          </a:prstGeom>
          <a:ln>
            <a:solidFill>
              <a:srgbClr val="FFFF99"/>
            </a:solidFill>
            <a:tailEnd type="triangle"/>
          </a:ln>
        </p:spPr>
        <p:style>
          <a:lnRef idx="2">
            <a:schemeClr val="accent1"/>
          </a:lnRef>
          <a:fillRef idx="0">
            <a:schemeClr val="accent1"/>
          </a:fillRef>
          <a:effectRef idx="1">
            <a:schemeClr val="accent1"/>
          </a:effectRef>
          <a:fontRef idx="minor">
            <a:schemeClr val="tx1"/>
          </a:fontRef>
        </p:style>
      </p:cxnSp>
      <p:cxnSp>
        <p:nvCxnSpPr>
          <p:cNvPr id="26" name="Straight Arrow Connector 25">
            <a:extLst>
              <a:ext uri="{FF2B5EF4-FFF2-40B4-BE49-F238E27FC236}">
                <a16:creationId xmlns:a16="http://schemas.microsoft.com/office/drawing/2014/main" id="{FF01261A-5A2A-DF16-57D1-1FA55F3E3CF4}"/>
              </a:ext>
            </a:extLst>
          </p:cNvPr>
          <p:cNvCxnSpPr>
            <a:cxnSpLocks/>
          </p:cNvCxnSpPr>
          <p:nvPr/>
        </p:nvCxnSpPr>
        <p:spPr>
          <a:xfrm flipV="1">
            <a:off x="8489832" y="3114136"/>
            <a:ext cx="2109155" cy="1714078"/>
          </a:xfrm>
          <a:prstGeom prst="straightConnector1">
            <a:avLst/>
          </a:prstGeom>
          <a:ln>
            <a:solidFill>
              <a:srgbClr val="FFFF99"/>
            </a:solidFill>
            <a:tailEnd type="triangle"/>
          </a:ln>
        </p:spPr>
        <p:style>
          <a:lnRef idx="2">
            <a:schemeClr val="accent1"/>
          </a:lnRef>
          <a:fillRef idx="0">
            <a:schemeClr val="accent1"/>
          </a:fillRef>
          <a:effectRef idx="1">
            <a:schemeClr val="accent1"/>
          </a:effectRef>
          <a:fontRef idx="minor">
            <a:schemeClr val="tx1"/>
          </a:fontRef>
        </p:style>
      </p:cxnSp>
      <p:sp>
        <p:nvSpPr>
          <p:cNvPr id="30" name="Rectangle 29">
            <a:extLst>
              <a:ext uri="{FF2B5EF4-FFF2-40B4-BE49-F238E27FC236}">
                <a16:creationId xmlns:a16="http://schemas.microsoft.com/office/drawing/2014/main" id="{8DB13EE3-3AA6-688B-B695-2BBD7668E973}"/>
              </a:ext>
            </a:extLst>
          </p:cNvPr>
          <p:cNvSpPr/>
          <p:nvPr/>
        </p:nvSpPr>
        <p:spPr>
          <a:xfrm>
            <a:off x="3388744" y="4267497"/>
            <a:ext cx="1552755" cy="1121434"/>
          </a:xfrm>
          <a:prstGeom prst="rect">
            <a:avLst/>
          </a:prstGeom>
          <a:noFill/>
          <a:ln>
            <a:solidFill>
              <a:srgbClr val="A0E3B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1" name="Rectangle 30">
            <a:extLst>
              <a:ext uri="{FF2B5EF4-FFF2-40B4-BE49-F238E27FC236}">
                <a16:creationId xmlns:a16="http://schemas.microsoft.com/office/drawing/2014/main" id="{CAC0D348-E29D-C650-3241-B0D25205DCD6}"/>
              </a:ext>
            </a:extLst>
          </p:cNvPr>
          <p:cNvSpPr/>
          <p:nvPr/>
        </p:nvSpPr>
        <p:spPr>
          <a:xfrm>
            <a:off x="6918386" y="4276094"/>
            <a:ext cx="1552755" cy="1121434"/>
          </a:xfrm>
          <a:prstGeom prst="rect">
            <a:avLst/>
          </a:prstGeom>
          <a:noFill/>
          <a:ln>
            <a:solidFill>
              <a:srgbClr val="A0E3B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2" name="Title 1">
            <a:extLst>
              <a:ext uri="{FF2B5EF4-FFF2-40B4-BE49-F238E27FC236}">
                <a16:creationId xmlns:a16="http://schemas.microsoft.com/office/drawing/2014/main" id="{2EF7E317-4A48-66B2-1AD3-AE7F668CB929}"/>
              </a:ext>
            </a:extLst>
          </p:cNvPr>
          <p:cNvSpPr txBox="1">
            <a:spLocks/>
          </p:cNvSpPr>
          <p:nvPr/>
        </p:nvSpPr>
        <p:spPr>
          <a:xfrm>
            <a:off x="1" y="6185440"/>
            <a:ext cx="7479102" cy="540582"/>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600" dirty="0">
                <a:latin typeface="Bahnschrift" panose="020B0502040204020203" pitchFamily="34" charset="0"/>
              </a:rPr>
              <a:t>Example Path through UI Prototype</a:t>
            </a:r>
          </a:p>
        </p:txBody>
      </p:sp>
      <p:pic>
        <p:nvPicPr>
          <p:cNvPr id="34" name="Camera 33">
            <a:extLst>
              <a:ext uri="{FF2B5EF4-FFF2-40B4-BE49-F238E27FC236}">
                <a16:creationId xmlns:a16="http://schemas.microsoft.com/office/drawing/2014/main" id="{07193E3A-0665-A326-2AA3-5D73947D1491}"/>
              </a:ext>
            </a:extLst>
          </p:cNvPr>
          <p:cNvPicPr>
            <a:picLocks noChangeAspect="1"/>
            <a:extLst>
              <a:ext uri="{51228E76-BA90-4043-B771-695A4F85340A}">
                <alf:liveFeedProps xmlns:alf="http://schemas.microsoft.com/office/drawing/2021/livefeed"/>
              </a:ext>
            </a:extLst>
          </p:cNvPicPr>
          <p:nvPr/>
        </p:nvPicPr>
        <p:blipFill>
          <a:blip r:embed="rId4">
            <a:extLst>
              <a:ext uri="{96DAC541-7B7A-43D3-8B79-37D633B846F1}">
                <asvg:svgBlip xmlns:asvg="http://schemas.microsoft.com/office/drawing/2016/SVG/main" r:embed="rId5"/>
              </a:ext>
            </a:extLst>
          </a:blip>
          <a:stretch>
            <a:fillRect/>
          </a:stretch>
        </p:blipFill>
        <p:spPr>
          <a:xfrm>
            <a:off x="10061273" y="4477003"/>
            <a:ext cx="2057400" cy="2057400"/>
          </a:xfrm>
          <a:prstGeom prst="ellipse">
            <a:avLst/>
          </a:prstGeom>
        </p:spPr>
      </p:pic>
      <p:pic>
        <p:nvPicPr>
          <p:cNvPr id="35" name="Picture 34">
            <a:extLst>
              <a:ext uri="{FF2B5EF4-FFF2-40B4-BE49-F238E27FC236}">
                <a16:creationId xmlns:a16="http://schemas.microsoft.com/office/drawing/2014/main" id="{7B864112-31D0-B170-7A5C-A5650CB8EF88}"/>
              </a:ext>
            </a:extLst>
          </p:cNvPr>
          <p:cNvPicPr>
            <a:picLocks noChangeAspect="1"/>
          </p:cNvPicPr>
          <p:nvPr/>
        </p:nvPicPr>
        <p:blipFill>
          <a:blip r:embed="rId6">
            <a:alphaModFix amt="8000"/>
            <a:extLst>
              <a:ext uri="{BEBA8EAE-BF5A-486C-A8C5-ECC9F3942E4B}">
                <a14:imgProps xmlns:a14="http://schemas.microsoft.com/office/drawing/2010/main">
                  <a14:imgLayer r:embed="rId7">
                    <a14:imgEffect>
                      <a14:colorTemperature colorTemp="5154"/>
                    </a14:imgEffect>
                    <a14:imgEffect>
                      <a14:saturation sat="36000"/>
                    </a14:imgEffect>
                  </a14:imgLayer>
                </a14:imgProps>
              </a:ext>
              <a:ext uri="{28A0092B-C50C-407E-A947-70E740481C1C}">
                <a14:useLocalDpi xmlns:a14="http://schemas.microsoft.com/office/drawing/2010/main" val="0"/>
              </a:ext>
            </a:extLst>
          </a:blip>
          <a:srcRect/>
          <a:stretch/>
        </p:blipFill>
        <p:spPr>
          <a:xfrm>
            <a:off x="0" y="0"/>
            <a:ext cx="12177131" cy="6858000"/>
          </a:xfrm>
          <a:prstGeom prst="rect">
            <a:avLst/>
          </a:prstGeom>
        </p:spPr>
      </p:pic>
    </p:spTree>
    <p:extLst>
      <p:ext uri="{BB962C8B-B14F-4D97-AF65-F5344CB8AC3E}">
        <p14:creationId xmlns:p14="http://schemas.microsoft.com/office/powerpoint/2010/main" val="152117948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 name="Rectangle 31">
            <a:extLst>
              <a:ext uri="{FF2B5EF4-FFF2-40B4-BE49-F238E27FC236}">
                <a16:creationId xmlns:a16="http://schemas.microsoft.com/office/drawing/2014/main" id="{3BBD63F9-5801-BDFD-187A-8ED4A19D0966}"/>
              </a:ext>
            </a:extLst>
          </p:cNvPr>
          <p:cNvSpPr/>
          <p:nvPr/>
        </p:nvSpPr>
        <p:spPr>
          <a:xfrm>
            <a:off x="94890" y="1430241"/>
            <a:ext cx="579814" cy="515508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A2D72E5-F512-E053-9628-43FE6AF515C6}"/>
              </a:ext>
            </a:extLst>
          </p:cNvPr>
          <p:cNvSpPr txBox="1">
            <a:spLocks/>
          </p:cNvSpPr>
          <p:nvPr/>
        </p:nvSpPr>
        <p:spPr>
          <a:xfrm>
            <a:off x="7979434" y="22557"/>
            <a:ext cx="4212566" cy="486406"/>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r"/>
            <a:r>
              <a:rPr lang="en-US" sz="3600" dirty="0">
                <a:latin typeface="Bahnschrift" panose="020B0502040204020203" pitchFamily="34" charset="0"/>
              </a:rPr>
              <a:t>Prototype Overview</a:t>
            </a:r>
          </a:p>
        </p:txBody>
      </p:sp>
      <p:sp>
        <p:nvSpPr>
          <p:cNvPr id="3" name="Title 1">
            <a:extLst>
              <a:ext uri="{FF2B5EF4-FFF2-40B4-BE49-F238E27FC236}">
                <a16:creationId xmlns:a16="http://schemas.microsoft.com/office/drawing/2014/main" id="{26C29F81-6E13-55DD-78AD-E2ADCCC3CCE3}"/>
              </a:ext>
            </a:extLst>
          </p:cNvPr>
          <p:cNvSpPr txBox="1">
            <a:spLocks/>
          </p:cNvSpPr>
          <p:nvPr/>
        </p:nvSpPr>
        <p:spPr>
          <a:xfrm>
            <a:off x="2" y="22557"/>
            <a:ext cx="897146" cy="486406"/>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600" dirty="0">
                <a:latin typeface="Bahnschrift" panose="020B0502040204020203" pitchFamily="34" charset="0"/>
              </a:rPr>
              <a:t>Ink</a:t>
            </a:r>
          </a:p>
        </p:txBody>
      </p:sp>
      <p:cxnSp>
        <p:nvCxnSpPr>
          <p:cNvPr id="4" name="Straight Connector 3">
            <a:extLst>
              <a:ext uri="{FF2B5EF4-FFF2-40B4-BE49-F238E27FC236}">
                <a16:creationId xmlns:a16="http://schemas.microsoft.com/office/drawing/2014/main" id="{D6A2663B-D8FE-89D5-1AAB-8708EBF4814D}"/>
              </a:ext>
            </a:extLst>
          </p:cNvPr>
          <p:cNvCxnSpPr>
            <a:cxnSpLocks/>
          </p:cNvCxnSpPr>
          <p:nvPr/>
        </p:nvCxnSpPr>
        <p:spPr>
          <a:xfrm>
            <a:off x="897148" y="326635"/>
            <a:ext cx="7082286" cy="0"/>
          </a:xfrm>
          <a:prstGeom prst="line">
            <a:avLst/>
          </a:prstGeom>
          <a:ln w="3175"/>
        </p:spPr>
        <p:style>
          <a:lnRef idx="2">
            <a:schemeClr val="accent1"/>
          </a:lnRef>
          <a:fillRef idx="0">
            <a:schemeClr val="accent1"/>
          </a:fillRef>
          <a:effectRef idx="1">
            <a:schemeClr val="accent1"/>
          </a:effectRef>
          <a:fontRef idx="minor">
            <a:schemeClr val="tx1"/>
          </a:fontRef>
        </p:style>
      </p:cxnSp>
      <p:cxnSp>
        <p:nvCxnSpPr>
          <p:cNvPr id="5" name="Straight Connector 4">
            <a:extLst>
              <a:ext uri="{FF2B5EF4-FFF2-40B4-BE49-F238E27FC236}">
                <a16:creationId xmlns:a16="http://schemas.microsoft.com/office/drawing/2014/main" id="{EB4D4A11-C9F1-5D65-36EB-306A3EE75D9C}"/>
              </a:ext>
            </a:extLst>
          </p:cNvPr>
          <p:cNvCxnSpPr>
            <a:cxnSpLocks/>
          </p:cNvCxnSpPr>
          <p:nvPr/>
        </p:nvCxnSpPr>
        <p:spPr>
          <a:xfrm>
            <a:off x="897148" y="392771"/>
            <a:ext cx="7082286" cy="0"/>
          </a:xfrm>
          <a:prstGeom prst="line">
            <a:avLst/>
          </a:prstGeom>
          <a:ln w="3175"/>
        </p:spPr>
        <p:style>
          <a:lnRef idx="2">
            <a:schemeClr val="accent1"/>
          </a:lnRef>
          <a:fillRef idx="0">
            <a:schemeClr val="accent1"/>
          </a:fillRef>
          <a:effectRef idx="1">
            <a:schemeClr val="accent1"/>
          </a:effectRef>
          <a:fontRef idx="minor">
            <a:schemeClr val="tx1"/>
          </a:fontRef>
        </p:style>
      </p:cxnSp>
      <p:cxnSp>
        <p:nvCxnSpPr>
          <p:cNvPr id="6" name="Straight Connector 5">
            <a:extLst>
              <a:ext uri="{FF2B5EF4-FFF2-40B4-BE49-F238E27FC236}">
                <a16:creationId xmlns:a16="http://schemas.microsoft.com/office/drawing/2014/main" id="{201248BC-98F8-0E3C-90C7-2EB27A9213A2}"/>
              </a:ext>
            </a:extLst>
          </p:cNvPr>
          <p:cNvCxnSpPr>
            <a:cxnSpLocks/>
            <a:stCxn id="3" idx="3"/>
          </p:cNvCxnSpPr>
          <p:nvPr/>
        </p:nvCxnSpPr>
        <p:spPr>
          <a:xfrm flipV="1">
            <a:off x="897148" y="260498"/>
            <a:ext cx="7082286" cy="5262"/>
          </a:xfrm>
          <a:prstGeom prst="line">
            <a:avLst/>
          </a:prstGeom>
          <a:ln w="3175"/>
        </p:spPr>
        <p:style>
          <a:lnRef idx="2">
            <a:schemeClr val="accent1"/>
          </a:lnRef>
          <a:fillRef idx="0">
            <a:schemeClr val="accent1"/>
          </a:fillRef>
          <a:effectRef idx="1">
            <a:schemeClr val="accent1"/>
          </a:effectRef>
          <a:fontRef idx="minor">
            <a:schemeClr val="tx1"/>
          </a:fontRef>
        </p:style>
      </p:cxnSp>
      <p:cxnSp>
        <p:nvCxnSpPr>
          <p:cNvPr id="20" name="Straight Connector 19">
            <a:extLst>
              <a:ext uri="{FF2B5EF4-FFF2-40B4-BE49-F238E27FC236}">
                <a16:creationId xmlns:a16="http://schemas.microsoft.com/office/drawing/2014/main" id="{E6001BB3-2DAC-2F53-601C-90BD8A117B52}"/>
              </a:ext>
            </a:extLst>
          </p:cNvPr>
          <p:cNvCxnSpPr>
            <a:cxnSpLocks/>
          </p:cNvCxnSpPr>
          <p:nvPr/>
        </p:nvCxnSpPr>
        <p:spPr>
          <a:xfrm>
            <a:off x="3381555" y="6746346"/>
            <a:ext cx="8810445" cy="0"/>
          </a:xfrm>
          <a:prstGeom prst="line">
            <a:avLst/>
          </a:prstGeom>
          <a:ln w="3175"/>
        </p:spPr>
        <p:style>
          <a:lnRef idx="2">
            <a:schemeClr val="accent1"/>
          </a:lnRef>
          <a:fillRef idx="0">
            <a:schemeClr val="accent1"/>
          </a:fillRef>
          <a:effectRef idx="1">
            <a:schemeClr val="accent1"/>
          </a:effectRef>
          <a:fontRef idx="minor">
            <a:schemeClr val="tx1"/>
          </a:fontRef>
        </p:style>
      </p:cxnSp>
      <p:cxnSp>
        <p:nvCxnSpPr>
          <p:cNvPr id="21" name="Straight Connector 20">
            <a:extLst>
              <a:ext uri="{FF2B5EF4-FFF2-40B4-BE49-F238E27FC236}">
                <a16:creationId xmlns:a16="http://schemas.microsoft.com/office/drawing/2014/main" id="{B5E7EEA4-37D5-CE58-7E4B-F72BD0056210}"/>
              </a:ext>
            </a:extLst>
          </p:cNvPr>
          <p:cNvCxnSpPr>
            <a:cxnSpLocks/>
          </p:cNvCxnSpPr>
          <p:nvPr/>
        </p:nvCxnSpPr>
        <p:spPr>
          <a:xfrm>
            <a:off x="4244196" y="6665833"/>
            <a:ext cx="7947804" cy="0"/>
          </a:xfrm>
          <a:prstGeom prst="line">
            <a:avLst/>
          </a:prstGeom>
          <a:ln w="3175"/>
        </p:spPr>
        <p:style>
          <a:lnRef idx="2">
            <a:schemeClr val="accent1"/>
          </a:lnRef>
          <a:fillRef idx="0">
            <a:schemeClr val="accent1"/>
          </a:fillRef>
          <a:effectRef idx="1">
            <a:schemeClr val="accent1"/>
          </a:effectRef>
          <a:fontRef idx="minor">
            <a:schemeClr val="tx1"/>
          </a:fontRef>
        </p:style>
      </p:cxnSp>
      <p:cxnSp>
        <p:nvCxnSpPr>
          <p:cNvPr id="22" name="Straight Connector 21">
            <a:extLst>
              <a:ext uri="{FF2B5EF4-FFF2-40B4-BE49-F238E27FC236}">
                <a16:creationId xmlns:a16="http://schemas.microsoft.com/office/drawing/2014/main" id="{E6C952F2-6038-26A1-860A-8FB0AD850F0E}"/>
              </a:ext>
            </a:extLst>
          </p:cNvPr>
          <p:cNvCxnSpPr>
            <a:cxnSpLocks/>
          </p:cNvCxnSpPr>
          <p:nvPr/>
        </p:nvCxnSpPr>
        <p:spPr>
          <a:xfrm>
            <a:off x="5184475" y="6585320"/>
            <a:ext cx="7007525" cy="0"/>
          </a:xfrm>
          <a:prstGeom prst="line">
            <a:avLst/>
          </a:prstGeom>
          <a:ln w="3175"/>
        </p:spPr>
        <p:style>
          <a:lnRef idx="2">
            <a:schemeClr val="accent1"/>
          </a:lnRef>
          <a:fillRef idx="0">
            <a:schemeClr val="accent1"/>
          </a:fillRef>
          <a:effectRef idx="1">
            <a:schemeClr val="accent1"/>
          </a:effectRef>
          <a:fontRef idx="minor">
            <a:schemeClr val="tx1"/>
          </a:fontRef>
        </p:style>
      </p:cxnSp>
      <p:sp>
        <p:nvSpPr>
          <p:cNvPr id="28" name="Rectangle 27">
            <a:extLst>
              <a:ext uri="{FF2B5EF4-FFF2-40B4-BE49-F238E27FC236}">
                <a16:creationId xmlns:a16="http://schemas.microsoft.com/office/drawing/2014/main" id="{90019D6C-9FE8-80F7-9F47-4F0BF2F34787}"/>
              </a:ext>
            </a:extLst>
          </p:cNvPr>
          <p:cNvSpPr/>
          <p:nvPr/>
        </p:nvSpPr>
        <p:spPr>
          <a:xfrm>
            <a:off x="94890" y="564581"/>
            <a:ext cx="4692770" cy="997889"/>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TextBox 28">
            <a:extLst>
              <a:ext uri="{FF2B5EF4-FFF2-40B4-BE49-F238E27FC236}">
                <a16:creationId xmlns:a16="http://schemas.microsoft.com/office/drawing/2014/main" id="{A6641157-6FC0-CB59-BD15-F0CA2E339298}"/>
              </a:ext>
            </a:extLst>
          </p:cNvPr>
          <p:cNvSpPr txBox="1"/>
          <p:nvPr/>
        </p:nvSpPr>
        <p:spPr>
          <a:xfrm>
            <a:off x="1648353" y="654112"/>
            <a:ext cx="1991284" cy="492443"/>
          </a:xfrm>
          <a:prstGeom prst="rect">
            <a:avLst/>
          </a:prstGeom>
          <a:noFill/>
        </p:spPr>
        <p:txBody>
          <a:bodyPr wrap="square" rtlCol="0">
            <a:spAutoFit/>
          </a:bodyPr>
          <a:lstStyle/>
          <a:p>
            <a:pPr algn="ctr"/>
            <a:r>
              <a:rPr lang="en-US" sz="2600" b="1" dirty="0">
                <a:solidFill>
                  <a:schemeClr val="bg1"/>
                </a:solidFill>
                <a:latin typeface="Segoe UI Semilight" panose="020B0402040204020203" pitchFamily="34" charset="0"/>
                <a:cs typeface="Segoe UI Semilight" panose="020B0402040204020203" pitchFamily="34" charset="0"/>
              </a:rPr>
              <a:t>What is Ink?</a:t>
            </a:r>
          </a:p>
        </p:txBody>
      </p:sp>
      <p:sp>
        <p:nvSpPr>
          <p:cNvPr id="30" name="Subtitle 2">
            <a:extLst>
              <a:ext uri="{FF2B5EF4-FFF2-40B4-BE49-F238E27FC236}">
                <a16:creationId xmlns:a16="http://schemas.microsoft.com/office/drawing/2014/main" id="{5506F572-FD7F-B0BD-9D3C-D564179298AF}"/>
              </a:ext>
            </a:extLst>
          </p:cNvPr>
          <p:cNvSpPr txBox="1">
            <a:spLocks/>
          </p:cNvSpPr>
          <p:nvPr/>
        </p:nvSpPr>
        <p:spPr>
          <a:xfrm>
            <a:off x="1760142" y="1040064"/>
            <a:ext cx="1767706" cy="293494"/>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2000" dirty="0">
                <a:solidFill>
                  <a:schemeClr val="accent3">
                    <a:lumMod val="75000"/>
                  </a:schemeClr>
                </a:solidFill>
                <a:latin typeface="Segoe UI Light" panose="020B0502040204020203" pitchFamily="34" charset="0"/>
                <a:cs typeface="Segoe UI Light" panose="020B0502040204020203" pitchFamily="34" charset="0"/>
              </a:rPr>
              <a:t>The Language</a:t>
            </a:r>
          </a:p>
        </p:txBody>
      </p:sp>
      <p:sp>
        <p:nvSpPr>
          <p:cNvPr id="31" name="Flowchart: Internal Storage 30">
            <a:extLst>
              <a:ext uri="{FF2B5EF4-FFF2-40B4-BE49-F238E27FC236}">
                <a16:creationId xmlns:a16="http://schemas.microsoft.com/office/drawing/2014/main" id="{39AFDD80-8582-BE63-04A9-41FD5AE2B7C1}"/>
              </a:ext>
            </a:extLst>
          </p:cNvPr>
          <p:cNvSpPr/>
          <p:nvPr/>
        </p:nvSpPr>
        <p:spPr>
          <a:xfrm>
            <a:off x="94890" y="680772"/>
            <a:ext cx="4692770" cy="5843953"/>
          </a:xfrm>
          <a:prstGeom prst="flowChartInternalStorage">
            <a:avLst/>
          </a:prstGeom>
          <a:noFill/>
          <a:ln>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TextBox 33">
            <a:extLst>
              <a:ext uri="{FF2B5EF4-FFF2-40B4-BE49-F238E27FC236}">
                <a16:creationId xmlns:a16="http://schemas.microsoft.com/office/drawing/2014/main" id="{9491E2CD-2ED7-D242-E261-1E419318F5A0}"/>
              </a:ext>
            </a:extLst>
          </p:cNvPr>
          <p:cNvSpPr txBox="1"/>
          <p:nvPr/>
        </p:nvSpPr>
        <p:spPr>
          <a:xfrm>
            <a:off x="674704" y="1587591"/>
            <a:ext cx="3966308" cy="3901517"/>
          </a:xfrm>
          <a:prstGeom prst="rect">
            <a:avLst/>
          </a:prstGeom>
          <a:noFill/>
        </p:spPr>
        <p:txBody>
          <a:bodyPr wrap="square" numCol="1" rtlCol="0">
            <a:spAutoFit/>
          </a:bodyPr>
          <a:lstStyle/>
          <a:p>
            <a:pPr marL="285750" indent="-285750">
              <a:lnSpc>
                <a:spcPct val="200000"/>
              </a:lnSpc>
              <a:buClr>
                <a:schemeClr val="accent1"/>
              </a:buClr>
              <a:buFont typeface="Abadi ExtraLight" panose="020B0204020104020204" pitchFamily="34" charset="0"/>
              <a:buChar char="&gt;"/>
            </a:pPr>
            <a:r>
              <a:rPr lang="en-US" sz="2400" dirty="0">
                <a:latin typeface="Segoe UI Light" panose="020B0502040204020203" pitchFamily="34" charset="0"/>
                <a:cs typeface="Segoe UI Light" panose="020B0502040204020203" pitchFamily="34" charset="0"/>
              </a:rPr>
              <a:t> Markup</a:t>
            </a:r>
          </a:p>
          <a:p>
            <a:pPr marL="285750" indent="-285750">
              <a:lnSpc>
                <a:spcPct val="200000"/>
              </a:lnSpc>
              <a:buClr>
                <a:schemeClr val="accent1"/>
              </a:buClr>
              <a:buFont typeface="Abadi ExtraLight" panose="020B0204020104020204" pitchFamily="34" charset="0"/>
              <a:buChar char="&gt;"/>
            </a:pPr>
            <a:r>
              <a:rPr lang="en-US" sz="2400" dirty="0">
                <a:latin typeface="Segoe UI Light" panose="020B0502040204020203" pitchFamily="34" charset="0"/>
                <a:cs typeface="Segoe UI Light" panose="020B0502040204020203" pitchFamily="34" charset="0"/>
              </a:rPr>
              <a:t> Simple syntax</a:t>
            </a:r>
          </a:p>
          <a:p>
            <a:pPr marL="285750" indent="-285750">
              <a:lnSpc>
                <a:spcPct val="200000"/>
              </a:lnSpc>
              <a:spcAft>
                <a:spcPts val="1800"/>
              </a:spcAft>
              <a:buClr>
                <a:schemeClr val="accent1"/>
              </a:buClr>
              <a:buFont typeface="Abadi ExtraLight" panose="020B0204020104020204" pitchFamily="34" charset="0"/>
              <a:buChar char="&gt;"/>
            </a:pPr>
            <a:r>
              <a:rPr lang="en-US" sz="2400" dirty="0">
                <a:latin typeface="Segoe UI Light" panose="020B0502040204020203" pitchFamily="34" charset="0"/>
                <a:cs typeface="Segoe UI Light" panose="020B0502040204020203" pitchFamily="34" charset="0"/>
              </a:rPr>
              <a:t> Expansively tested</a:t>
            </a:r>
          </a:p>
          <a:p>
            <a:pPr marL="285750" indent="-285750">
              <a:buClr>
                <a:schemeClr val="accent1"/>
              </a:buClr>
              <a:buFont typeface="Abadi ExtraLight" panose="020B0204020104020204" pitchFamily="34" charset="0"/>
              <a:buChar char="&gt;"/>
            </a:pPr>
            <a:r>
              <a:rPr lang="en-US" sz="2400" dirty="0">
                <a:latin typeface="Segoe UI Light" panose="020B0502040204020203" pitchFamily="34" charset="0"/>
                <a:cs typeface="Segoe UI Light" panose="020B0502040204020203" pitchFamily="34" charset="0"/>
              </a:rPr>
              <a:t> Easy to learn, but capable of advanced scripting</a:t>
            </a:r>
          </a:p>
          <a:p>
            <a:pPr marL="285750" indent="-285750">
              <a:lnSpc>
                <a:spcPct val="200000"/>
              </a:lnSpc>
              <a:buClr>
                <a:schemeClr val="accent1"/>
              </a:buClr>
              <a:buFont typeface="Abadi ExtraLight" panose="020B0204020104020204" pitchFamily="34" charset="0"/>
              <a:buChar char="&gt;"/>
            </a:pPr>
            <a:r>
              <a:rPr lang="en-US" sz="2400" dirty="0">
                <a:latin typeface="Segoe UI Light" panose="020B0502040204020203" pitchFamily="34" charset="0"/>
                <a:cs typeface="Segoe UI Light" panose="020B0502040204020203" pitchFamily="34" charset="0"/>
              </a:rPr>
              <a:t> Made to be middleware</a:t>
            </a:r>
          </a:p>
        </p:txBody>
      </p:sp>
      <p:sp>
        <p:nvSpPr>
          <p:cNvPr id="50" name="Rectangle 49">
            <a:extLst>
              <a:ext uri="{FF2B5EF4-FFF2-40B4-BE49-F238E27FC236}">
                <a16:creationId xmlns:a16="http://schemas.microsoft.com/office/drawing/2014/main" id="{E8F94A0B-9712-F166-4D93-3BDD2D62D303}"/>
              </a:ext>
            </a:extLst>
          </p:cNvPr>
          <p:cNvSpPr/>
          <p:nvPr/>
        </p:nvSpPr>
        <p:spPr>
          <a:xfrm>
            <a:off x="4951208" y="1458673"/>
            <a:ext cx="661927" cy="3366368"/>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Rectangle 50">
            <a:extLst>
              <a:ext uri="{FF2B5EF4-FFF2-40B4-BE49-F238E27FC236}">
                <a16:creationId xmlns:a16="http://schemas.microsoft.com/office/drawing/2014/main" id="{5512E7C6-36D7-52E4-C0E9-C52C91C152F9}"/>
              </a:ext>
            </a:extLst>
          </p:cNvPr>
          <p:cNvSpPr/>
          <p:nvPr/>
        </p:nvSpPr>
        <p:spPr>
          <a:xfrm>
            <a:off x="4951209" y="668311"/>
            <a:ext cx="5357358" cy="790361"/>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TextBox 51">
            <a:extLst>
              <a:ext uri="{FF2B5EF4-FFF2-40B4-BE49-F238E27FC236}">
                <a16:creationId xmlns:a16="http://schemas.microsoft.com/office/drawing/2014/main" id="{746CE5A2-B130-3EBA-DDE6-2F3AD03164E2}"/>
              </a:ext>
            </a:extLst>
          </p:cNvPr>
          <p:cNvSpPr txBox="1"/>
          <p:nvPr/>
        </p:nvSpPr>
        <p:spPr>
          <a:xfrm>
            <a:off x="5613135" y="827019"/>
            <a:ext cx="2273289" cy="492443"/>
          </a:xfrm>
          <a:prstGeom prst="rect">
            <a:avLst/>
          </a:prstGeom>
          <a:noFill/>
        </p:spPr>
        <p:txBody>
          <a:bodyPr wrap="square" rtlCol="0">
            <a:spAutoFit/>
          </a:bodyPr>
          <a:lstStyle/>
          <a:p>
            <a:r>
              <a:rPr lang="en-US" sz="2600" b="1" dirty="0">
                <a:solidFill>
                  <a:schemeClr val="bg1"/>
                </a:solidFill>
                <a:latin typeface="Segoe UI Semilight" panose="020B0402040204020203" pitchFamily="34" charset="0"/>
                <a:cs typeface="Segoe UI Semilight" panose="020B0402040204020203" pitchFamily="34" charset="0"/>
              </a:rPr>
              <a:t>What is Inky?</a:t>
            </a:r>
          </a:p>
        </p:txBody>
      </p:sp>
      <p:sp>
        <p:nvSpPr>
          <p:cNvPr id="53" name="Subtitle 2">
            <a:extLst>
              <a:ext uri="{FF2B5EF4-FFF2-40B4-BE49-F238E27FC236}">
                <a16:creationId xmlns:a16="http://schemas.microsoft.com/office/drawing/2014/main" id="{6BBDD1BA-B8E8-8715-72BC-7EB3FF59852C}"/>
              </a:ext>
            </a:extLst>
          </p:cNvPr>
          <p:cNvSpPr txBox="1">
            <a:spLocks/>
          </p:cNvSpPr>
          <p:nvPr/>
        </p:nvSpPr>
        <p:spPr>
          <a:xfrm>
            <a:off x="8183594" y="902854"/>
            <a:ext cx="2018048" cy="397307"/>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buNone/>
            </a:pPr>
            <a:r>
              <a:rPr lang="en-US" sz="2000" dirty="0">
                <a:solidFill>
                  <a:schemeClr val="accent3">
                    <a:lumMod val="75000"/>
                  </a:schemeClr>
                </a:solidFill>
                <a:latin typeface="Segoe UI Light" panose="020B0502040204020203" pitchFamily="34" charset="0"/>
                <a:cs typeface="Segoe UI Light" panose="020B0502040204020203" pitchFamily="34" charset="0"/>
              </a:rPr>
              <a:t>The Editor</a:t>
            </a:r>
          </a:p>
        </p:txBody>
      </p:sp>
      <p:sp>
        <p:nvSpPr>
          <p:cNvPr id="54" name="Flowchart: Internal Storage 53">
            <a:extLst>
              <a:ext uri="{FF2B5EF4-FFF2-40B4-BE49-F238E27FC236}">
                <a16:creationId xmlns:a16="http://schemas.microsoft.com/office/drawing/2014/main" id="{ECCD6703-AFC3-9BF4-4E56-15DD58A6EA39}"/>
              </a:ext>
            </a:extLst>
          </p:cNvPr>
          <p:cNvSpPr/>
          <p:nvPr/>
        </p:nvSpPr>
        <p:spPr>
          <a:xfrm>
            <a:off x="4951209" y="784503"/>
            <a:ext cx="5357358" cy="3960025"/>
          </a:xfrm>
          <a:prstGeom prst="flowChartInternalStorage">
            <a:avLst/>
          </a:prstGeom>
          <a:noFill/>
          <a:ln>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TextBox 54">
            <a:extLst>
              <a:ext uri="{FF2B5EF4-FFF2-40B4-BE49-F238E27FC236}">
                <a16:creationId xmlns:a16="http://schemas.microsoft.com/office/drawing/2014/main" id="{30E62414-6320-131D-E203-151FED1DC159}"/>
              </a:ext>
            </a:extLst>
          </p:cNvPr>
          <p:cNvSpPr txBox="1"/>
          <p:nvPr/>
        </p:nvSpPr>
        <p:spPr>
          <a:xfrm>
            <a:off x="5673627" y="1458672"/>
            <a:ext cx="4528015" cy="2932021"/>
          </a:xfrm>
          <a:prstGeom prst="rect">
            <a:avLst/>
          </a:prstGeom>
          <a:noFill/>
        </p:spPr>
        <p:txBody>
          <a:bodyPr wrap="square" numCol="1" rtlCol="0">
            <a:spAutoFit/>
          </a:bodyPr>
          <a:lstStyle/>
          <a:p>
            <a:pPr marL="285750" indent="-285750">
              <a:lnSpc>
                <a:spcPct val="200000"/>
              </a:lnSpc>
              <a:buClr>
                <a:schemeClr val="accent1"/>
              </a:buClr>
              <a:buFont typeface="Abadi ExtraLight" panose="020B0204020104020204" pitchFamily="34" charset="0"/>
              <a:buChar char="&gt;"/>
            </a:pPr>
            <a:r>
              <a:rPr lang="en-US" sz="2400" dirty="0">
                <a:latin typeface="Segoe UI Light" panose="020B0502040204020203" pitchFamily="34" charset="0"/>
                <a:cs typeface="Segoe UI Light" panose="020B0502040204020203" pitchFamily="34" charset="0"/>
              </a:rPr>
              <a:t> Playtest as you write</a:t>
            </a:r>
          </a:p>
          <a:p>
            <a:pPr marL="285750" indent="-285750">
              <a:lnSpc>
                <a:spcPct val="200000"/>
              </a:lnSpc>
              <a:buClr>
                <a:schemeClr val="accent1"/>
              </a:buClr>
              <a:buFont typeface="Abadi ExtraLight" panose="020B0204020104020204" pitchFamily="34" charset="0"/>
              <a:buChar char="&gt;"/>
            </a:pPr>
            <a:r>
              <a:rPr lang="en-US" sz="2400" dirty="0">
                <a:latin typeface="Segoe UI Light" panose="020B0502040204020203" pitchFamily="34" charset="0"/>
                <a:cs typeface="Segoe UI Light" panose="020B0502040204020203" pitchFamily="34" charset="0"/>
              </a:rPr>
              <a:t>Error highlighting</a:t>
            </a:r>
          </a:p>
          <a:p>
            <a:pPr marL="285750" indent="-285750">
              <a:lnSpc>
                <a:spcPct val="200000"/>
              </a:lnSpc>
              <a:buClr>
                <a:schemeClr val="accent1"/>
              </a:buClr>
              <a:buFont typeface="Abadi ExtraLight" panose="020B0204020104020204" pitchFamily="34" charset="0"/>
              <a:buChar char="&gt;"/>
            </a:pPr>
            <a:r>
              <a:rPr lang="en-US" sz="2400" dirty="0">
                <a:latin typeface="Segoe UI Light" panose="020B0502040204020203" pitchFamily="34" charset="0"/>
                <a:cs typeface="Segoe UI Light" panose="020B0502040204020203" pitchFamily="34" charset="0"/>
              </a:rPr>
              <a:t>Jump to definition</a:t>
            </a:r>
          </a:p>
          <a:p>
            <a:pPr marL="285750" indent="-285750">
              <a:lnSpc>
                <a:spcPct val="200000"/>
              </a:lnSpc>
              <a:buClr>
                <a:schemeClr val="accent1"/>
              </a:buClr>
              <a:buFont typeface="Abadi ExtraLight" panose="020B0204020104020204" pitchFamily="34" charset="0"/>
              <a:buChar char="&gt;"/>
            </a:pPr>
            <a:r>
              <a:rPr lang="en-US" sz="2400" dirty="0">
                <a:latin typeface="Segoe UI Light" panose="020B0502040204020203" pitchFamily="34" charset="0"/>
                <a:cs typeface="Segoe UI Light" panose="020B0502040204020203" pitchFamily="34" charset="0"/>
              </a:rPr>
              <a:t>Export to JSON or web</a:t>
            </a:r>
          </a:p>
        </p:txBody>
      </p:sp>
      <p:sp>
        <p:nvSpPr>
          <p:cNvPr id="56" name="Rectangle: Rounded Corners 55">
            <a:extLst>
              <a:ext uri="{FF2B5EF4-FFF2-40B4-BE49-F238E27FC236}">
                <a16:creationId xmlns:a16="http://schemas.microsoft.com/office/drawing/2014/main" id="{7CBCE26B-76F2-51C7-257A-69FC05FF96FE}"/>
              </a:ext>
            </a:extLst>
          </p:cNvPr>
          <p:cNvSpPr/>
          <p:nvPr/>
        </p:nvSpPr>
        <p:spPr>
          <a:xfrm>
            <a:off x="4869084" y="4932214"/>
            <a:ext cx="2579652" cy="708490"/>
          </a:xfrm>
          <a:prstGeom prst="roundRect">
            <a:avLst/>
          </a:prstGeom>
          <a:solidFill>
            <a:schemeClr val="tx1"/>
          </a:solidFill>
          <a:ln>
            <a:solidFill>
              <a:schemeClr val="tx2">
                <a:lumMod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bg1"/>
                </a:solidFill>
                <a:latin typeface="Segoe UI Light" panose="020B0502040204020203" pitchFamily="34" charset="0"/>
                <a:cs typeface="Segoe UI Light" panose="020B0502040204020203" pitchFamily="34" charset="0"/>
              </a:rPr>
              <a:t>Unity Integration</a:t>
            </a:r>
          </a:p>
        </p:txBody>
      </p:sp>
      <p:sp>
        <p:nvSpPr>
          <p:cNvPr id="57" name="Rectangle: Rounded Corners 56">
            <a:extLst>
              <a:ext uri="{FF2B5EF4-FFF2-40B4-BE49-F238E27FC236}">
                <a16:creationId xmlns:a16="http://schemas.microsoft.com/office/drawing/2014/main" id="{13896FA5-A81C-5758-C1DB-81DD7B973B72}"/>
              </a:ext>
            </a:extLst>
          </p:cNvPr>
          <p:cNvSpPr/>
          <p:nvPr/>
        </p:nvSpPr>
        <p:spPr>
          <a:xfrm>
            <a:off x="4869084" y="5689144"/>
            <a:ext cx="1984075" cy="708490"/>
          </a:xfrm>
          <a:prstGeom prst="roundRect">
            <a:avLst/>
          </a:prstGeom>
          <a:solidFill>
            <a:schemeClr val="tx1"/>
          </a:solidFill>
          <a:ln>
            <a:solidFill>
              <a:schemeClr val="tx2">
                <a:lumMod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bg1"/>
                </a:solidFill>
                <a:latin typeface="Segoe UI Light" panose="020B0502040204020203" pitchFamily="34" charset="0"/>
                <a:cs typeface="Segoe UI Light" panose="020B0502040204020203" pitchFamily="34" charset="0"/>
              </a:rPr>
              <a:t>Open Source</a:t>
            </a:r>
          </a:p>
        </p:txBody>
      </p:sp>
      <p:sp>
        <p:nvSpPr>
          <p:cNvPr id="58" name="Rectangle: Rounded Corners 57">
            <a:extLst>
              <a:ext uri="{FF2B5EF4-FFF2-40B4-BE49-F238E27FC236}">
                <a16:creationId xmlns:a16="http://schemas.microsoft.com/office/drawing/2014/main" id="{74FF13DA-8F8F-F3BA-8A0D-F51A576F44C9}"/>
              </a:ext>
            </a:extLst>
          </p:cNvPr>
          <p:cNvSpPr/>
          <p:nvPr/>
        </p:nvSpPr>
        <p:spPr>
          <a:xfrm>
            <a:off x="7547763" y="4921957"/>
            <a:ext cx="2579652" cy="708490"/>
          </a:xfrm>
          <a:prstGeom prst="roundRect">
            <a:avLst/>
          </a:prstGeom>
          <a:solidFill>
            <a:schemeClr val="tx1"/>
          </a:solidFill>
          <a:ln>
            <a:solidFill>
              <a:schemeClr val="tx2">
                <a:lumMod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bg1"/>
                </a:solidFill>
                <a:latin typeface="Segoe UI Light" panose="020B0502040204020203" pitchFamily="34" charset="0"/>
                <a:cs typeface="Segoe UI Light" panose="020B0502040204020203" pitchFamily="34" charset="0"/>
              </a:rPr>
              <a:t>Unreal Integration</a:t>
            </a:r>
          </a:p>
        </p:txBody>
      </p:sp>
      <p:sp>
        <p:nvSpPr>
          <p:cNvPr id="59" name="Rectangle: Rounded Corners 58">
            <a:extLst>
              <a:ext uri="{FF2B5EF4-FFF2-40B4-BE49-F238E27FC236}">
                <a16:creationId xmlns:a16="http://schemas.microsoft.com/office/drawing/2014/main" id="{A21A613A-23BE-149A-0ADE-628D66C56232}"/>
              </a:ext>
            </a:extLst>
          </p:cNvPr>
          <p:cNvSpPr/>
          <p:nvPr/>
        </p:nvSpPr>
        <p:spPr>
          <a:xfrm>
            <a:off x="6919296" y="5689144"/>
            <a:ext cx="3587680" cy="708490"/>
          </a:xfrm>
          <a:prstGeom prst="roundRect">
            <a:avLst/>
          </a:prstGeom>
          <a:solidFill>
            <a:schemeClr val="tx1"/>
          </a:solidFill>
          <a:ln>
            <a:solidFill>
              <a:schemeClr val="tx2">
                <a:lumMod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bg1"/>
                </a:solidFill>
                <a:latin typeface="Segoe UI Light" panose="020B0502040204020203" pitchFamily="34" charset="0"/>
                <a:cs typeface="Segoe UI Light" panose="020B0502040204020203" pitchFamily="34" charset="0"/>
              </a:rPr>
              <a:t>Expansive Documentation</a:t>
            </a:r>
          </a:p>
        </p:txBody>
      </p:sp>
      <p:pic>
        <p:nvPicPr>
          <p:cNvPr id="60" name="Camera 59">
            <a:extLst>
              <a:ext uri="{FF2B5EF4-FFF2-40B4-BE49-F238E27FC236}">
                <a16:creationId xmlns:a16="http://schemas.microsoft.com/office/drawing/2014/main" id="{D94067FE-EB21-E1AF-017A-F16976C1E428}"/>
              </a:ext>
            </a:extLst>
          </p:cNvPr>
          <p:cNvPicPr>
            <a:picLocks noChangeAspect="1"/>
            <a:extLst>
              <a:ext uri="{51228E76-BA90-4043-B771-695A4F85340A}">
                <alf:liveFeedProps xmlns:alf="http://schemas.microsoft.com/office/drawing/2021/livefeed"/>
              </a:ext>
            </a:extLst>
          </p:cNvPicPr>
          <p:nvPr/>
        </p:nvPicPr>
        <p:blipFill>
          <a:blip r:embed="rId3">
            <a:extLst>
              <a:ext uri="{96DAC541-7B7A-43D3-8B79-37D633B846F1}">
                <asvg:svgBlip xmlns:asvg="http://schemas.microsoft.com/office/drawing/2016/SVG/main" r:embed="rId4"/>
              </a:ext>
            </a:extLst>
          </a:blip>
          <a:stretch>
            <a:fillRect/>
          </a:stretch>
        </p:blipFill>
        <p:spPr>
          <a:xfrm>
            <a:off x="10039710" y="4055612"/>
            <a:ext cx="2057400" cy="2057400"/>
          </a:xfrm>
          <a:prstGeom prst="ellipse">
            <a:avLst/>
          </a:prstGeom>
        </p:spPr>
      </p:pic>
      <p:pic>
        <p:nvPicPr>
          <p:cNvPr id="61" name="Picture 60">
            <a:extLst>
              <a:ext uri="{FF2B5EF4-FFF2-40B4-BE49-F238E27FC236}">
                <a16:creationId xmlns:a16="http://schemas.microsoft.com/office/drawing/2014/main" id="{1F5AA139-F486-AE78-FC67-754353834594}"/>
              </a:ext>
            </a:extLst>
          </p:cNvPr>
          <p:cNvPicPr>
            <a:picLocks noChangeAspect="1"/>
          </p:cNvPicPr>
          <p:nvPr/>
        </p:nvPicPr>
        <p:blipFill>
          <a:blip r:embed="rId5">
            <a:alphaModFix amt="8000"/>
            <a:extLst>
              <a:ext uri="{BEBA8EAE-BF5A-486C-A8C5-ECC9F3942E4B}">
                <a14:imgProps xmlns:a14="http://schemas.microsoft.com/office/drawing/2010/main">
                  <a14:imgLayer r:embed="rId6">
                    <a14:imgEffect>
                      <a14:colorTemperature colorTemp="5154"/>
                    </a14:imgEffect>
                    <a14:imgEffect>
                      <a14:saturation sat="36000"/>
                    </a14:imgEffect>
                  </a14:imgLayer>
                </a14:imgProps>
              </a:ext>
              <a:ext uri="{28A0092B-C50C-407E-A947-70E740481C1C}">
                <a14:useLocalDpi xmlns:a14="http://schemas.microsoft.com/office/drawing/2010/main" val="0"/>
              </a:ext>
            </a:extLst>
          </a:blip>
          <a:srcRect/>
          <a:stretch/>
        </p:blipFill>
        <p:spPr>
          <a:xfrm>
            <a:off x="0" y="0"/>
            <a:ext cx="12177131" cy="6858000"/>
          </a:xfrm>
          <a:prstGeom prst="rect">
            <a:avLst/>
          </a:prstGeom>
        </p:spPr>
      </p:pic>
    </p:spTree>
    <p:extLst>
      <p:ext uri="{BB962C8B-B14F-4D97-AF65-F5344CB8AC3E}">
        <p14:creationId xmlns:p14="http://schemas.microsoft.com/office/powerpoint/2010/main" val="55005248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descr="A screenshot of a computer&#10;&#10;AI-generated content may be incorrect.">
            <a:extLst>
              <a:ext uri="{FF2B5EF4-FFF2-40B4-BE49-F238E27FC236}">
                <a16:creationId xmlns:a16="http://schemas.microsoft.com/office/drawing/2014/main" id="{8D6D0F28-C16E-F94C-4FAB-5E3E5C9820E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88666" y="219140"/>
            <a:ext cx="2709634" cy="4538807"/>
          </a:xfrm>
          <a:prstGeom prst="rect">
            <a:avLst/>
          </a:prstGeom>
          <a:ln>
            <a:solidFill>
              <a:schemeClr val="accent1"/>
            </a:solidFill>
          </a:ln>
        </p:spPr>
      </p:pic>
      <p:pic>
        <p:nvPicPr>
          <p:cNvPr id="3" name="Picture 2" descr="A screenshot of a computer&#10;&#10;AI-generated content may be incorrect.">
            <a:extLst>
              <a:ext uri="{FF2B5EF4-FFF2-40B4-BE49-F238E27FC236}">
                <a16:creationId xmlns:a16="http://schemas.microsoft.com/office/drawing/2014/main" id="{A353FB26-99EC-7954-905D-032FEE7318E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140512" y="122162"/>
            <a:ext cx="5910975" cy="3306838"/>
          </a:xfrm>
          <a:prstGeom prst="rect">
            <a:avLst/>
          </a:prstGeom>
          <a:ln>
            <a:solidFill>
              <a:schemeClr val="accent1"/>
            </a:solidFill>
          </a:ln>
        </p:spPr>
      </p:pic>
      <p:pic>
        <p:nvPicPr>
          <p:cNvPr id="5" name="Picture 4" descr="A screenshot of a computer&#10;&#10;AI-generated content may be incorrect.">
            <a:extLst>
              <a:ext uri="{FF2B5EF4-FFF2-40B4-BE49-F238E27FC236}">
                <a16:creationId xmlns:a16="http://schemas.microsoft.com/office/drawing/2014/main" id="{6B4E0D24-26FE-4289-31B0-131CF3CC6CF8}"/>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580850" y="888770"/>
            <a:ext cx="2171849" cy="3869177"/>
          </a:xfrm>
          <a:prstGeom prst="rect">
            <a:avLst/>
          </a:prstGeom>
          <a:ln>
            <a:solidFill>
              <a:schemeClr val="accent1"/>
            </a:solidFill>
          </a:ln>
        </p:spPr>
      </p:pic>
      <p:pic>
        <p:nvPicPr>
          <p:cNvPr id="9" name="Picture 8" descr="A screenshot of a computer&#10;&#10;AI-generated content may be incorrect.">
            <a:extLst>
              <a:ext uri="{FF2B5EF4-FFF2-40B4-BE49-F238E27FC236}">
                <a16:creationId xmlns:a16="http://schemas.microsoft.com/office/drawing/2014/main" id="{BD6699D8-7C9C-7CD3-F30D-288EC5D80BD8}"/>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3852665" y="3016872"/>
            <a:ext cx="4180281" cy="3482149"/>
          </a:xfrm>
          <a:prstGeom prst="rect">
            <a:avLst/>
          </a:prstGeom>
          <a:ln>
            <a:solidFill>
              <a:schemeClr val="accent1"/>
            </a:solidFill>
          </a:ln>
        </p:spPr>
      </p:pic>
      <p:sp>
        <p:nvSpPr>
          <p:cNvPr id="10" name="Rectangle: Rounded Corners 9">
            <a:extLst>
              <a:ext uri="{FF2B5EF4-FFF2-40B4-BE49-F238E27FC236}">
                <a16:creationId xmlns:a16="http://schemas.microsoft.com/office/drawing/2014/main" id="{20719AD3-2CB8-932F-AB35-615556214588}"/>
              </a:ext>
            </a:extLst>
          </p:cNvPr>
          <p:cNvSpPr/>
          <p:nvPr/>
        </p:nvSpPr>
        <p:spPr>
          <a:xfrm>
            <a:off x="6189373" y="5692581"/>
            <a:ext cx="1679827" cy="685670"/>
          </a:xfrm>
          <a:prstGeom prst="roundRect">
            <a:avLst>
              <a:gd name="adj" fmla="val 7436"/>
            </a:avLst>
          </a:prstGeom>
          <a:solidFill>
            <a:schemeClr val="accent1"/>
          </a:solidFill>
          <a:ln w="38100">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b="1" dirty="0">
                <a:solidFill>
                  <a:schemeClr val="bg1"/>
                </a:solidFill>
                <a:latin typeface="Segoe UI Light" panose="020B0502040204020203" pitchFamily="34" charset="0"/>
                <a:cs typeface="Segoe UI Light" panose="020B0502040204020203" pitchFamily="34" charset="0"/>
              </a:rPr>
              <a:t>Easily view documentation</a:t>
            </a:r>
          </a:p>
        </p:txBody>
      </p:sp>
      <p:sp>
        <p:nvSpPr>
          <p:cNvPr id="11" name="Rectangle: Rounded Corners 10">
            <a:extLst>
              <a:ext uri="{FF2B5EF4-FFF2-40B4-BE49-F238E27FC236}">
                <a16:creationId xmlns:a16="http://schemas.microsoft.com/office/drawing/2014/main" id="{2A64EBDA-5AC2-AE42-4A42-5394321411F4}"/>
              </a:ext>
            </a:extLst>
          </p:cNvPr>
          <p:cNvSpPr/>
          <p:nvPr/>
        </p:nvSpPr>
        <p:spPr>
          <a:xfrm>
            <a:off x="491152" y="3761123"/>
            <a:ext cx="1679827" cy="685670"/>
          </a:xfrm>
          <a:prstGeom prst="roundRect">
            <a:avLst>
              <a:gd name="adj" fmla="val 7436"/>
            </a:avLst>
          </a:prstGeom>
          <a:solidFill>
            <a:schemeClr val="accent1"/>
          </a:solidFill>
          <a:ln w="38100">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b="1" dirty="0">
                <a:solidFill>
                  <a:schemeClr val="bg1"/>
                </a:solidFill>
                <a:latin typeface="Segoe UI Light" panose="020B0502040204020203" pitchFamily="34" charset="0"/>
                <a:cs typeface="Segoe UI Light" panose="020B0502040204020203" pitchFamily="34" charset="0"/>
              </a:rPr>
              <a:t>Overview of story structure</a:t>
            </a:r>
          </a:p>
        </p:txBody>
      </p:sp>
      <p:sp>
        <p:nvSpPr>
          <p:cNvPr id="12" name="Rectangle: Rounded Corners 11">
            <a:extLst>
              <a:ext uri="{FF2B5EF4-FFF2-40B4-BE49-F238E27FC236}">
                <a16:creationId xmlns:a16="http://schemas.microsoft.com/office/drawing/2014/main" id="{302E5916-4B35-4731-8872-EA37AE3C5782}"/>
              </a:ext>
            </a:extLst>
          </p:cNvPr>
          <p:cNvSpPr/>
          <p:nvPr/>
        </p:nvSpPr>
        <p:spPr>
          <a:xfrm>
            <a:off x="9615016" y="1559434"/>
            <a:ext cx="2030644" cy="767746"/>
          </a:xfrm>
          <a:prstGeom prst="roundRect">
            <a:avLst>
              <a:gd name="adj" fmla="val 7436"/>
            </a:avLst>
          </a:prstGeom>
          <a:solidFill>
            <a:schemeClr val="accent1"/>
          </a:solidFill>
          <a:ln w="38100">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b="1" dirty="0">
                <a:solidFill>
                  <a:schemeClr val="bg1"/>
                </a:solidFill>
                <a:latin typeface="Segoe UI Light" panose="020B0502040204020203" pitchFamily="34" charset="0"/>
                <a:cs typeface="Segoe UI Light" panose="020B0502040204020203" pitchFamily="34" charset="0"/>
              </a:rPr>
              <a:t>Quick access for inserting functions</a:t>
            </a:r>
          </a:p>
        </p:txBody>
      </p:sp>
      <p:sp>
        <p:nvSpPr>
          <p:cNvPr id="13" name="Rectangle: Rounded Corners 12">
            <a:extLst>
              <a:ext uri="{FF2B5EF4-FFF2-40B4-BE49-F238E27FC236}">
                <a16:creationId xmlns:a16="http://schemas.microsoft.com/office/drawing/2014/main" id="{9C1BFC3D-30D9-60F3-88D6-842FCF0EA658}"/>
              </a:ext>
            </a:extLst>
          </p:cNvPr>
          <p:cNvSpPr/>
          <p:nvPr/>
        </p:nvSpPr>
        <p:spPr>
          <a:xfrm>
            <a:off x="5417528" y="73931"/>
            <a:ext cx="1344395" cy="290417"/>
          </a:xfrm>
          <a:prstGeom prst="roundRect">
            <a:avLst>
              <a:gd name="adj" fmla="val 7436"/>
            </a:avLst>
          </a:prstGeom>
          <a:solidFill>
            <a:schemeClr val="accent1"/>
          </a:solidFill>
          <a:ln w="38100">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b="1" dirty="0">
                <a:solidFill>
                  <a:schemeClr val="bg1"/>
                </a:solidFill>
                <a:latin typeface="Segoe UI Light" panose="020B0502040204020203" pitchFamily="34" charset="0"/>
                <a:cs typeface="Segoe UI Light" panose="020B0502040204020203" pitchFamily="34" charset="0"/>
              </a:rPr>
              <a:t>The Editor</a:t>
            </a:r>
          </a:p>
        </p:txBody>
      </p:sp>
      <p:sp>
        <p:nvSpPr>
          <p:cNvPr id="24" name="Rectangle: Rounded Corners 23">
            <a:extLst>
              <a:ext uri="{FF2B5EF4-FFF2-40B4-BE49-F238E27FC236}">
                <a16:creationId xmlns:a16="http://schemas.microsoft.com/office/drawing/2014/main" id="{4BA377EE-13BC-554C-8BDC-AFE8B06573C3}"/>
              </a:ext>
            </a:extLst>
          </p:cNvPr>
          <p:cNvSpPr/>
          <p:nvPr/>
        </p:nvSpPr>
        <p:spPr>
          <a:xfrm>
            <a:off x="7277605" y="823277"/>
            <a:ext cx="574343" cy="163469"/>
          </a:xfrm>
          <a:prstGeom prst="roundRect">
            <a:avLst/>
          </a:prstGeom>
          <a:noFill/>
          <a:ln w="9525">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noFill/>
            </a:endParaRPr>
          </a:p>
        </p:txBody>
      </p:sp>
      <p:cxnSp>
        <p:nvCxnSpPr>
          <p:cNvPr id="15" name="Straight Arrow Connector 14">
            <a:extLst>
              <a:ext uri="{FF2B5EF4-FFF2-40B4-BE49-F238E27FC236}">
                <a16:creationId xmlns:a16="http://schemas.microsoft.com/office/drawing/2014/main" id="{ECA2276B-5C8A-DCA1-3947-68C47059B0BD}"/>
              </a:ext>
            </a:extLst>
          </p:cNvPr>
          <p:cNvCxnSpPr>
            <a:cxnSpLocks/>
            <a:stCxn id="16" idx="1"/>
          </p:cNvCxnSpPr>
          <p:nvPr/>
        </p:nvCxnSpPr>
        <p:spPr>
          <a:xfrm flipH="1">
            <a:off x="7789653" y="453698"/>
            <a:ext cx="1710497" cy="435072"/>
          </a:xfrm>
          <a:prstGeom prst="straightConnector1">
            <a:avLst/>
          </a:prstGeom>
          <a:ln>
            <a:solidFill>
              <a:srgbClr val="FFFF99"/>
            </a:solidFill>
            <a:tailEnd type="triangle"/>
          </a:ln>
        </p:spPr>
        <p:style>
          <a:lnRef idx="2">
            <a:schemeClr val="accent1"/>
          </a:lnRef>
          <a:fillRef idx="0">
            <a:schemeClr val="accent1"/>
          </a:fillRef>
          <a:effectRef idx="1">
            <a:schemeClr val="accent1"/>
          </a:effectRef>
          <a:fontRef idx="minor">
            <a:schemeClr val="tx1"/>
          </a:fontRef>
        </p:style>
      </p:cxnSp>
      <p:sp>
        <p:nvSpPr>
          <p:cNvPr id="16" name="TextBox 15">
            <a:extLst>
              <a:ext uri="{FF2B5EF4-FFF2-40B4-BE49-F238E27FC236}">
                <a16:creationId xmlns:a16="http://schemas.microsoft.com/office/drawing/2014/main" id="{FB8C96AA-A353-77B6-87B0-4506EA30CE89}"/>
              </a:ext>
            </a:extLst>
          </p:cNvPr>
          <p:cNvSpPr txBox="1"/>
          <p:nvPr/>
        </p:nvSpPr>
        <p:spPr>
          <a:xfrm>
            <a:off x="9500150" y="253643"/>
            <a:ext cx="2505097" cy="400110"/>
          </a:xfrm>
          <a:prstGeom prst="rect">
            <a:avLst/>
          </a:prstGeom>
          <a:noFill/>
        </p:spPr>
        <p:txBody>
          <a:bodyPr wrap="square" rtlCol="0">
            <a:spAutoFit/>
          </a:bodyPr>
          <a:lstStyle/>
          <a:p>
            <a:r>
              <a:rPr lang="en-US" sz="2000" dirty="0">
                <a:latin typeface="Segoe UI Light" panose="020B0502040204020203" pitchFamily="34" charset="0"/>
                <a:cs typeface="Segoe UI Light" panose="020B0502040204020203" pitchFamily="34" charset="0"/>
              </a:rPr>
              <a:t>Tags for use in Unity</a:t>
            </a:r>
          </a:p>
        </p:txBody>
      </p:sp>
      <p:sp>
        <p:nvSpPr>
          <p:cNvPr id="23" name="Rectangle: Rounded Corners 22">
            <a:extLst>
              <a:ext uri="{FF2B5EF4-FFF2-40B4-BE49-F238E27FC236}">
                <a16:creationId xmlns:a16="http://schemas.microsoft.com/office/drawing/2014/main" id="{5B7C8B15-9463-4B8B-E98E-530A6E9702D8}"/>
              </a:ext>
            </a:extLst>
          </p:cNvPr>
          <p:cNvSpPr/>
          <p:nvPr/>
        </p:nvSpPr>
        <p:spPr>
          <a:xfrm>
            <a:off x="3303918" y="2458528"/>
            <a:ext cx="1038544" cy="191869"/>
          </a:xfrm>
          <a:prstGeom prst="roundRect">
            <a:avLst/>
          </a:prstGeom>
          <a:noFill/>
          <a:ln w="9525">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noFill/>
            </a:endParaRPr>
          </a:p>
        </p:txBody>
      </p:sp>
      <p:cxnSp>
        <p:nvCxnSpPr>
          <p:cNvPr id="18" name="Straight Arrow Connector 17">
            <a:extLst>
              <a:ext uri="{FF2B5EF4-FFF2-40B4-BE49-F238E27FC236}">
                <a16:creationId xmlns:a16="http://schemas.microsoft.com/office/drawing/2014/main" id="{9621ADEA-AC31-6BAE-37D2-70F6CA87FC02}"/>
              </a:ext>
            </a:extLst>
          </p:cNvPr>
          <p:cNvCxnSpPr>
            <a:cxnSpLocks/>
            <a:stCxn id="16" idx="1"/>
          </p:cNvCxnSpPr>
          <p:nvPr/>
        </p:nvCxnSpPr>
        <p:spPr>
          <a:xfrm flipH="1">
            <a:off x="4261829" y="453698"/>
            <a:ext cx="5238321" cy="2099721"/>
          </a:xfrm>
          <a:prstGeom prst="straightConnector1">
            <a:avLst/>
          </a:prstGeom>
          <a:ln>
            <a:solidFill>
              <a:srgbClr val="FFFF99"/>
            </a:solidFill>
            <a:tailEnd type="triangle"/>
          </a:ln>
        </p:spPr>
        <p:style>
          <a:lnRef idx="2">
            <a:schemeClr val="accent1"/>
          </a:lnRef>
          <a:fillRef idx="0">
            <a:schemeClr val="accent1"/>
          </a:fillRef>
          <a:effectRef idx="1">
            <a:schemeClr val="accent1"/>
          </a:effectRef>
          <a:fontRef idx="minor">
            <a:schemeClr val="tx1"/>
          </a:fontRef>
        </p:style>
      </p:cxnSp>
      <p:cxnSp>
        <p:nvCxnSpPr>
          <p:cNvPr id="34" name="Straight Connector 33">
            <a:extLst>
              <a:ext uri="{FF2B5EF4-FFF2-40B4-BE49-F238E27FC236}">
                <a16:creationId xmlns:a16="http://schemas.microsoft.com/office/drawing/2014/main" id="{AEB2C2CC-737F-397B-F361-1477AA7B0D8D}"/>
              </a:ext>
            </a:extLst>
          </p:cNvPr>
          <p:cNvCxnSpPr/>
          <p:nvPr/>
        </p:nvCxnSpPr>
        <p:spPr>
          <a:xfrm>
            <a:off x="66143" y="0"/>
            <a:ext cx="0" cy="6858000"/>
          </a:xfrm>
          <a:prstGeom prst="line">
            <a:avLst/>
          </a:prstGeom>
          <a:ln w="9525"/>
        </p:spPr>
        <p:style>
          <a:lnRef idx="2">
            <a:schemeClr val="accent1"/>
          </a:lnRef>
          <a:fillRef idx="0">
            <a:schemeClr val="accent1"/>
          </a:fillRef>
          <a:effectRef idx="1">
            <a:schemeClr val="accent1"/>
          </a:effectRef>
          <a:fontRef idx="minor">
            <a:schemeClr val="tx1"/>
          </a:fontRef>
        </p:style>
      </p:cxnSp>
      <p:cxnSp>
        <p:nvCxnSpPr>
          <p:cNvPr id="35" name="Straight Connector 34">
            <a:extLst>
              <a:ext uri="{FF2B5EF4-FFF2-40B4-BE49-F238E27FC236}">
                <a16:creationId xmlns:a16="http://schemas.microsoft.com/office/drawing/2014/main" id="{5F8DCDB4-0EF5-003F-7FD2-EDAB5F652A52}"/>
              </a:ext>
            </a:extLst>
          </p:cNvPr>
          <p:cNvCxnSpPr/>
          <p:nvPr/>
        </p:nvCxnSpPr>
        <p:spPr>
          <a:xfrm>
            <a:off x="132279" y="0"/>
            <a:ext cx="0" cy="6858000"/>
          </a:xfrm>
          <a:prstGeom prst="line">
            <a:avLst/>
          </a:prstGeom>
          <a:ln w="9525"/>
        </p:spPr>
        <p:style>
          <a:lnRef idx="2">
            <a:schemeClr val="accent1"/>
          </a:lnRef>
          <a:fillRef idx="0">
            <a:schemeClr val="accent1"/>
          </a:fillRef>
          <a:effectRef idx="1">
            <a:schemeClr val="accent1"/>
          </a:effectRef>
          <a:fontRef idx="minor">
            <a:schemeClr val="tx1"/>
          </a:fontRef>
        </p:style>
      </p:cxnSp>
      <p:cxnSp>
        <p:nvCxnSpPr>
          <p:cNvPr id="36" name="Straight Connector 35">
            <a:extLst>
              <a:ext uri="{FF2B5EF4-FFF2-40B4-BE49-F238E27FC236}">
                <a16:creationId xmlns:a16="http://schemas.microsoft.com/office/drawing/2014/main" id="{088C25DB-6F17-A08B-3D1B-FC224836AFAE}"/>
              </a:ext>
            </a:extLst>
          </p:cNvPr>
          <p:cNvCxnSpPr/>
          <p:nvPr/>
        </p:nvCxnSpPr>
        <p:spPr>
          <a:xfrm>
            <a:off x="189788" y="0"/>
            <a:ext cx="0" cy="6858000"/>
          </a:xfrm>
          <a:prstGeom prst="line">
            <a:avLst/>
          </a:prstGeom>
          <a:ln w="9525"/>
        </p:spPr>
        <p:style>
          <a:lnRef idx="2">
            <a:schemeClr val="accent1"/>
          </a:lnRef>
          <a:fillRef idx="0">
            <a:schemeClr val="accent1"/>
          </a:fillRef>
          <a:effectRef idx="1">
            <a:schemeClr val="accent1"/>
          </a:effectRef>
          <a:fontRef idx="minor">
            <a:schemeClr val="tx1"/>
          </a:fontRef>
        </p:style>
      </p:cxnSp>
      <p:pic>
        <p:nvPicPr>
          <p:cNvPr id="37" name="Camera 36">
            <a:extLst>
              <a:ext uri="{FF2B5EF4-FFF2-40B4-BE49-F238E27FC236}">
                <a16:creationId xmlns:a16="http://schemas.microsoft.com/office/drawing/2014/main" id="{3A3815BC-9FE5-DC4F-89B9-22A2A1EACE25}"/>
              </a:ext>
            </a:extLst>
          </p:cNvPr>
          <p:cNvPicPr>
            <a:picLocks noChangeAspect="1"/>
            <a:extLst>
              <a:ext uri="{51228E76-BA90-4043-B771-695A4F85340A}">
                <alf:liveFeedProps xmlns:alf="http://schemas.microsoft.com/office/drawing/2021/livefeed"/>
              </a:ext>
            </a:extLst>
          </p:cNvPicPr>
          <p:nvPr/>
        </p:nvPicPr>
        <p:blipFill>
          <a:blip r:embed="rId7">
            <a:extLst>
              <a:ext uri="{96DAC541-7B7A-43D3-8B79-37D633B846F1}">
                <asvg:svgBlip xmlns:asvg="http://schemas.microsoft.com/office/drawing/2016/SVG/main" r:embed="rId8"/>
              </a:ext>
            </a:extLst>
          </a:blip>
          <a:stretch>
            <a:fillRect/>
          </a:stretch>
        </p:blipFill>
        <p:spPr>
          <a:xfrm>
            <a:off x="9638582" y="4356235"/>
            <a:ext cx="2057400" cy="2057400"/>
          </a:xfrm>
          <a:prstGeom prst="ellipse">
            <a:avLst/>
          </a:prstGeom>
        </p:spPr>
      </p:pic>
      <p:pic>
        <p:nvPicPr>
          <p:cNvPr id="38" name="Picture 37">
            <a:extLst>
              <a:ext uri="{FF2B5EF4-FFF2-40B4-BE49-F238E27FC236}">
                <a16:creationId xmlns:a16="http://schemas.microsoft.com/office/drawing/2014/main" id="{5806DE04-BFAC-B748-BC39-BB0E716F3577}"/>
              </a:ext>
            </a:extLst>
          </p:cNvPr>
          <p:cNvPicPr>
            <a:picLocks noChangeAspect="1"/>
          </p:cNvPicPr>
          <p:nvPr/>
        </p:nvPicPr>
        <p:blipFill>
          <a:blip r:embed="rId9">
            <a:alphaModFix amt="8000"/>
            <a:extLst>
              <a:ext uri="{BEBA8EAE-BF5A-486C-A8C5-ECC9F3942E4B}">
                <a14:imgProps xmlns:a14="http://schemas.microsoft.com/office/drawing/2010/main">
                  <a14:imgLayer r:embed="rId10">
                    <a14:imgEffect>
                      <a14:colorTemperature colorTemp="5154"/>
                    </a14:imgEffect>
                    <a14:imgEffect>
                      <a14:saturation sat="36000"/>
                    </a14:imgEffect>
                  </a14:imgLayer>
                </a14:imgProps>
              </a:ext>
              <a:ext uri="{28A0092B-C50C-407E-A947-70E740481C1C}">
                <a14:useLocalDpi xmlns:a14="http://schemas.microsoft.com/office/drawing/2010/main" val="0"/>
              </a:ext>
            </a:extLst>
          </a:blip>
          <a:srcRect/>
          <a:stretch/>
        </p:blipFill>
        <p:spPr>
          <a:xfrm>
            <a:off x="0" y="0"/>
            <a:ext cx="12177131" cy="6858000"/>
          </a:xfrm>
          <a:prstGeom prst="rect">
            <a:avLst/>
          </a:prstGeom>
        </p:spPr>
      </p:pic>
    </p:spTree>
    <p:extLst>
      <p:ext uri="{BB962C8B-B14F-4D97-AF65-F5344CB8AC3E}">
        <p14:creationId xmlns:p14="http://schemas.microsoft.com/office/powerpoint/2010/main" val="91481959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DAC8136A-8766-A349-D349-0DD553D9BDCB}"/>
              </a:ext>
            </a:extLst>
          </p:cNvPr>
          <p:cNvSpPr/>
          <p:nvPr/>
        </p:nvSpPr>
        <p:spPr>
          <a:xfrm>
            <a:off x="0" y="0"/>
            <a:ext cx="362309" cy="6858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cxnSp>
        <p:nvCxnSpPr>
          <p:cNvPr id="3" name="Straight Connector 2">
            <a:extLst>
              <a:ext uri="{FF2B5EF4-FFF2-40B4-BE49-F238E27FC236}">
                <a16:creationId xmlns:a16="http://schemas.microsoft.com/office/drawing/2014/main" id="{F2B5DC06-7A20-0D95-40EB-CC7163A8487D}"/>
              </a:ext>
            </a:extLst>
          </p:cNvPr>
          <p:cNvCxnSpPr/>
          <p:nvPr/>
        </p:nvCxnSpPr>
        <p:spPr>
          <a:xfrm>
            <a:off x="437097" y="0"/>
            <a:ext cx="0" cy="6858000"/>
          </a:xfrm>
          <a:prstGeom prst="line">
            <a:avLst/>
          </a:prstGeom>
          <a:ln w="9525"/>
        </p:spPr>
        <p:style>
          <a:lnRef idx="2">
            <a:schemeClr val="accent1"/>
          </a:lnRef>
          <a:fillRef idx="0">
            <a:schemeClr val="accent1"/>
          </a:fillRef>
          <a:effectRef idx="1">
            <a:schemeClr val="accent1"/>
          </a:effectRef>
          <a:fontRef idx="minor">
            <a:schemeClr val="tx1"/>
          </a:fontRef>
        </p:style>
      </p:cxnSp>
      <p:cxnSp>
        <p:nvCxnSpPr>
          <p:cNvPr id="4" name="Straight Connector 3">
            <a:extLst>
              <a:ext uri="{FF2B5EF4-FFF2-40B4-BE49-F238E27FC236}">
                <a16:creationId xmlns:a16="http://schemas.microsoft.com/office/drawing/2014/main" id="{2AA8B1CB-010F-8102-9840-F6BF8DF74F71}"/>
              </a:ext>
            </a:extLst>
          </p:cNvPr>
          <p:cNvCxnSpPr/>
          <p:nvPr/>
        </p:nvCxnSpPr>
        <p:spPr>
          <a:xfrm>
            <a:off x="12088509" y="0"/>
            <a:ext cx="0" cy="6858000"/>
          </a:xfrm>
          <a:prstGeom prst="line">
            <a:avLst/>
          </a:prstGeom>
          <a:ln w="9525"/>
        </p:spPr>
        <p:style>
          <a:lnRef idx="2">
            <a:schemeClr val="accent1"/>
          </a:lnRef>
          <a:fillRef idx="0">
            <a:schemeClr val="accent1"/>
          </a:fillRef>
          <a:effectRef idx="1">
            <a:schemeClr val="accent1"/>
          </a:effectRef>
          <a:fontRef idx="minor">
            <a:schemeClr val="tx1"/>
          </a:fontRef>
        </p:style>
      </p:cxnSp>
      <p:sp>
        <p:nvSpPr>
          <p:cNvPr id="5" name="Title 1">
            <a:extLst>
              <a:ext uri="{FF2B5EF4-FFF2-40B4-BE49-F238E27FC236}">
                <a16:creationId xmlns:a16="http://schemas.microsoft.com/office/drawing/2014/main" id="{09D90AB8-62CD-4F1A-EE01-7DB6EDA4022B}"/>
              </a:ext>
            </a:extLst>
          </p:cNvPr>
          <p:cNvSpPr txBox="1">
            <a:spLocks/>
          </p:cNvSpPr>
          <p:nvPr/>
        </p:nvSpPr>
        <p:spPr>
          <a:xfrm>
            <a:off x="511886" y="94890"/>
            <a:ext cx="3875645" cy="1435312"/>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4800" dirty="0">
                <a:latin typeface="Bahnschrift" panose="020B0502040204020203" pitchFamily="34" charset="0"/>
              </a:rPr>
              <a:t>Early Game Flow</a:t>
            </a:r>
          </a:p>
        </p:txBody>
      </p:sp>
      <p:sp>
        <p:nvSpPr>
          <p:cNvPr id="9" name="Rectangle: Rounded Corners 8">
            <a:extLst>
              <a:ext uri="{FF2B5EF4-FFF2-40B4-BE49-F238E27FC236}">
                <a16:creationId xmlns:a16="http://schemas.microsoft.com/office/drawing/2014/main" id="{8227CBC0-BE19-85D1-C79C-7955FAF0FD4D}"/>
              </a:ext>
            </a:extLst>
          </p:cNvPr>
          <p:cNvSpPr/>
          <p:nvPr/>
        </p:nvSpPr>
        <p:spPr>
          <a:xfrm>
            <a:off x="829625" y="1637259"/>
            <a:ext cx="1169319" cy="1086927"/>
          </a:xfrm>
          <a:prstGeom prst="roundRect">
            <a:avLst>
              <a:gd name="adj" fmla="val 5367"/>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rtlCol="0" anchor="ctr"/>
          <a:lstStyle/>
          <a:p>
            <a:pPr algn="ctr"/>
            <a:r>
              <a:rPr lang="en-US" sz="2400" dirty="0">
                <a:latin typeface="Segoe UI Light" panose="020B0502040204020203" pitchFamily="34" charset="0"/>
                <a:cs typeface="Segoe UI Light" panose="020B0502040204020203" pitchFamily="34" charset="0"/>
              </a:rPr>
              <a:t>Title Screen</a:t>
            </a:r>
          </a:p>
        </p:txBody>
      </p:sp>
      <p:cxnSp>
        <p:nvCxnSpPr>
          <p:cNvPr id="11" name="Straight Arrow Connector 10">
            <a:extLst>
              <a:ext uri="{FF2B5EF4-FFF2-40B4-BE49-F238E27FC236}">
                <a16:creationId xmlns:a16="http://schemas.microsoft.com/office/drawing/2014/main" id="{54E1530E-298A-6547-B538-57840A46A5BE}"/>
              </a:ext>
            </a:extLst>
          </p:cNvPr>
          <p:cNvCxnSpPr>
            <a:cxnSpLocks/>
            <a:stCxn id="9" idx="3"/>
            <a:endCxn id="12" idx="1"/>
          </p:cNvCxnSpPr>
          <p:nvPr/>
        </p:nvCxnSpPr>
        <p:spPr>
          <a:xfrm flipV="1">
            <a:off x="1998944" y="2180721"/>
            <a:ext cx="735735" cy="2"/>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12" name="Rectangle: Rounded Corners 11">
            <a:extLst>
              <a:ext uri="{FF2B5EF4-FFF2-40B4-BE49-F238E27FC236}">
                <a16:creationId xmlns:a16="http://schemas.microsoft.com/office/drawing/2014/main" id="{3ECF1231-37A0-4C8B-26F6-B9DDD551B0BF}"/>
              </a:ext>
            </a:extLst>
          </p:cNvPr>
          <p:cNvSpPr/>
          <p:nvPr/>
        </p:nvSpPr>
        <p:spPr>
          <a:xfrm>
            <a:off x="2734679" y="1921313"/>
            <a:ext cx="1830199" cy="518815"/>
          </a:xfrm>
          <a:prstGeom prst="roundRect">
            <a:avLst>
              <a:gd name="adj" fmla="val 5367"/>
            </a:avLst>
          </a:prstGeom>
          <a:gradFill flip="none" rotWithShape="1">
            <a:gsLst>
              <a:gs pos="1000">
                <a:schemeClr val="dk1">
                  <a:lumMod val="67000"/>
                </a:schemeClr>
              </a:gs>
              <a:gs pos="85000">
                <a:srgbClr val="2F8549"/>
              </a:gs>
              <a:gs pos="70000">
                <a:srgbClr val="214E2C"/>
              </a:gs>
              <a:gs pos="22000">
                <a:schemeClr val="dk1">
                  <a:lumMod val="97000"/>
                  <a:lumOff val="3000"/>
                  <a:alpha val="38000"/>
                </a:schemeClr>
              </a:gs>
              <a:gs pos="100000">
                <a:schemeClr val="accent1"/>
              </a:gs>
            </a:gsLst>
            <a:path path="circle">
              <a:fillToRect l="50000" t="50000" r="50000" b="50000"/>
            </a:path>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sz="2400" dirty="0">
                <a:latin typeface="Segoe UI Light" panose="020B0502040204020203" pitchFamily="34" charset="0"/>
                <a:cs typeface="Segoe UI Light" panose="020B0502040204020203" pitchFamily="34" charset="0"/>
              </a:rPr>
              <a:t>New Game</a:t>
            </a:r>
          </a:p>
        </p:txBody>
      </p:sp>
      <p:cxnSp>
        <p:nvCxnSpPr>
          <p:cNvPr id="13" name="Straight Arrow Connector 12">
            <a:extLst>
              <a:ext uri="{FF2B5EF4-FFF2-40B4-BE49-F238E27FC236}">
                <a16:creationId xmlns:a16="http://schemas.microsoft.com/office/drawing/2014/main" id="{6E18087D-98E5-DDE7-3DA8-1A8736F386BA}"/>
              </a:ext>
            </a:extLst>
          </p:cNvPr>
          <p:cNvCxnSpPr>
            <a:cxnSpLocks/>
            <a:stCxn id="12" idx="2"/>
            <a:endCxn id="16" idx="0"/>
          </p:cNvCxnSpPr>
          <p:nvPr/>
        </p:nvCxnSpPr>
        <p:spPr>
          <a:xfrm>
            <a:off x="3649779" y="2440128"/>
            <a:ext cx="3545" cy="587833"/>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16" name="Rectangle: Rounded Corners 15">
            <a:extLst>
              <a:ext uri="{FF2B5EF4-FFF2-40B4-BE49-F238E27FC236}">
                <a16:creationId xmlns:a16="http://schemas.microsoft.com/office/drawing/2014/main" id="{A8B017A8-73B2-10C3-7268-071A6EE7E531}"/>
              </a:ext>
            </a:extLst>
          </p:cNvPr>
          <p:cNvSpPr/>
          <p:nvPr/>
        </p:nvSpPr>
        <p:spPr>
          <a:xfrm>
            <a:off x="3062500" y="3027961"/>
            <a:ext cx="1181648" cy="1086927"/>
          </a:xfrm>
          <a:prstGeom prst="roundRect">
            <a:avLst>
              <a:gd name="adj" fmla="val 5367"/>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rtlCol="0" anchor="ctr"/>
          <a:lstStyle/>
          <a:p>
            <a:pPr algn="ctr"/>
            <a:r>
              <a:rPr lang="en-US" sz="2400" dirty="0">
                <a:latin typeface="Segoe UI Light" panose="020B0502040204020203" pitchFamily="34" charset="0"/>
                <a:cs typeface="Segoe UI Light" panose="020B0502040204020203" pitchFamily="34" charset="0"/>
              </a:rPr>
              <a:t>Name</a:t>
            </a:r>
            <a:r>
              <a:rPr lang="en-US" sz="2400" u="sng" dirty="0">
                <a:latin typeface="Segoe UI Light" panose="020B0502040204020203" pitchFamily="34" charset="0"/>
                <a:cs typeface="Segoe UI Light" panose="020B0502040204020203" pitchFamily="34" charset="0"/>
              </a:rPr>
              <a:t> </a:t>
            </a:r>
            <a:r>
              <a:rPr lang="en-US" sz="2400" dirty="0">
                <a:latin typeface="Segoe UI Light" panose="020B0502040204020203" pitchFamily="34" charset="0"/>
                <a:cs typeface="Segoe UI Light" panose="020B0502040204020203" pitchFamily="34" charset="0"/>
              </a:rPr>
              <a:t>Entry</a:t>
            </a:r>
          </a:p>
        </p:txBody>
      </p:sp>
      <p:sp>
        <p:nvSpPr>
          <p:cNvPr id="32" name="Rectangle: Rounded Corners 31">
            <a:extLst>
              <a:ext uri="{FF2B5EF4-FFF2-40B4-BE49-F238E27FC236}">
                <a16:creationId xmlns:a16="http://schemas.microsoft.com/office/drawing/2014/main" id="{A97228C1-A7D5-B19D-96AA-D81D23599BFF}"/>
              </a:ext>
            </a:extLst>
          </p:cNvPr>
          <p:cNvSpPr/>
          <p:nvPr/>
        </p:nvSpPr>
        <p:spPr>
          <a:xfrm>
            <a:off x="4831426" y="3027960"/>
            <a:ext cx="1427183" cy="1086927"/>
          </a:xfrm>
          <a:prstGeom prst="roundRect">
            <a:avLst>
              <a:gd name="adj" fmla="val 5367"/>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rtlCol="0" anchor="ctr"/>
          <a:lstStyle/>
          <a:p>
            <a:pPr algn="ctr"/>
            <a:r>
              <a:rPr lang="en-US" sz="2400" dirty="0">
                <a:latin typeface="Segoe UI Light" panose="020B0502040204020203" pitchFamily="34" charset="0"/>
                <a:cs typeface="Segoe UI Light" panose="020B0502040204020203" pitchFamily="34" charset="0"/>
              </a:rPr>
              <a:t>Dialogue Screen</a:t>
            </a:r>
          </a:p>
        </p:txBody>
      </p:sp>
      <p:cxnSp>
        <p:nvCxnSpPr>
          <p:cNvPr id="34" name="Straight Arrow Connector 33">
            <a:extLst>
              <a:ext uri="{FF2B5EF4-FFF2-40B4-BE49-F238E27FC236}">
                <a16:creationId xmlns:a16="http://schemas.microsoft.com/office/drawing/2014/main" id="{97126B20-0E87-FE90-A789-942CCA1D08EA}"/>
              </a:ext>
            </a:extLst>
          </p:cNvPr>
          <p:cNvCxnSpPr>
            <a:stCxn id="16" idx="3"/>
            <a:endCxn id="32" idx="1"/>
          </p:cNvCxnSpPr>
          <p:nvPr/>
        </p:nvCxnSpPr>
        <p:spPr>
          <a:xfrm flipV="1">
            <a:off x="4244148" y="3571424"/>
            <a:ext cx="587278" cy="1"/>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35" name="Right Brace 34">
            <a:extLst>
              <a:ext uri="{FF2B5EF4-FFF2-40B4-BE49-F238E27FC236}">
                <a16:creationId xmlns:a16="http://schemas.microsoft.com/office/drawing/2014/main" id="{FD303F6B-E5E0-A60F-C453-587375A1BFFF}"/>
              </a:ext>
            </a:extLst>
          </p:cNvPr>
          <p:cNvSpPr/>
          <p:nvPr/>
        </p:nvSpPr>
        <p:spPr>
          <a:xfrm>
            <a:off x="6258609" y="2889849"/>
            <a:ext cx="139954" cy="1371598"/>
          </a:xfrm>
          <a:prstGeom prst="rightBrace">
            <a:avLst/>
          </a:prstGeom>
          <a:ln>
            <a:solidFill>
              <a:schemeClr val="tx1"/>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cxnSp>
        <p:nvCxnSpPr>
          <p:cNvPr id="37" name="Straight Connector 36">
            <a:extLst>
              <a:ext uri="{FF2B5EF4-FFF2-40B4-BE49-F238E27FC236}">
                <a16:creationId xmlns:a16="http://schemas.microsoft.com/office/drawing/2014/main" id="{BD6BD6A8-ED42-B998-9707-03C69D279B14}"/>
              </a:ext>
            </a:extLst>
          </p:cNvPr>
          <p:cNvCxnSpPr>
            <a:cxnSpLocks/>
            <a:stCxn id="35" idx="1"/>
            <a:endCxn id="38" idx="1"/>
          </p:cNvCxnSpPr>
          <p:nvPr/>
        </p:nvCxnSpPr>
        <p:spPr>
          <a:xfrm flipV="1">
            <a:off x="6398563" y="3571423"/>
            <a:ext cx="395605" cy="4225"/>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sp>
        <p:nvSpPr>
          <p:cNvPr id="38" name="Rectangle: Rounded Corners 37">
            <a:extLst>
              <a:ext uri="{FF2B5EF4-FFF2-40B4-BE49-F238E27FC236}">
                <a16:creationId xmlns:a16="http://schemas.microsoft.com/office/drawing/2014/main" id="{82780F01-C218-107B-222C-3F2D14D2D329}"/>
              </a:ext>
            </a:extLst>
          </p:cNvPr>
          <p:cNvSpPr/>
          <p:nvPr/>
        </p:nvSpPr>
        <p:spPr>
          <a:xfrm>
            <a:off x="6794168" y="2316280"/>
            <a:ext cx="3802570" cy="2510285"/>
          </a:xfrm>
          <a:prstGeom prst="roundRect">
            <a:avLst>
              <a:gd name="adj" fmla="val 2234"/>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TextBox 39">
            <a:extLst>
              <a:ext uri="{FF2B5EF4-FFF2-40B4-BE49-F238E27FC236}">
                <a16:creationId xmlns:a16="http://schemas.microsoft.com/office/drawing/2014/main" id="{8005D32E-3E84-946D-6B5E-273CFEC6D5F0}"/>
              </a:ext>
            </a:extLst>
          </p:cNvPr>
          <p:cNvSpPr txBox="1"/>
          <p:nvPr/>
        </p:nvSpPr>
        <p:spPr>
          <a:xfrm>
            <a:off x="6794168" y="2011443"/>
            <a:ext cx="3802570" cy="338554"/>
          </a:xfrm>
          <a:prstGeom prst="rect">
            <a:avLst/>
          </a:prstGeom>
          <a:noFill/>
        </p:spPr>
        <p:txBody>
          <a:bodyPr wrap="square" rtlCol="0">
            <a:spAutoFit/>
          </a:bodyPr>
          <a:lstStyle/>
          <a:p>
            <a:pPr algn="ctr"/>
            <a:r>
              <a:rPr lang="en-US" sz="1600" dirty="0">
                <a:latin typeface="Segoe UI Light" panose="020B0502040204020203" pitchFamily="34" charset="0"/>
                <a:cs typeface="Segoe UI Light" panose="020B0502040204020203" pitchFamily="34" charset="0"/>
              </a:rPr>
              <a:t>Choice Cycle</a:t>
            </a:r>
          </a:p>
        </p:txBody>
      </p:sp>
      <p:sp>
        <p:nvSpPr>
          <p:cNvPr id="42" name="Rectangle: Rounded Corners 41">
            <a:extLst>
              <a:ext uri="{FF2B5EF4-FFF2-40B4-BE49-F238E27FC236}">
                <a16:creationId xmlns:a16="http://schemas.microsoft.com/office/drawing/2014/main" id="{EFC9D88B-D204-257F-6914-7C586DF0671B}"/>
              </a:ext>
            </a:extLst>
          </p:cNvPr>
          <p:cNvSpPr/>
          <p:nvPr/>
        </p:nvSpPr>
        <p:spPr>
          <a:xfrm>
            <a:off x="6946187" y="2484101"/>
            <a:ext cx="1271083" cy="673476"/>
          </a:xfrm>
          <a:prstGeom prst="roundRect">
            <a:avLst>
              <a:gd name="adj" fmla="val 5367"/>
            </a:avLst>
          </a:prstGeom>
          <a:gradFill flip="none" rotWithShape="1">
            <a:gsLst>
              <a:gs pos="1000">
                <a:schemeClr val="dk1">
                  <a:lumMod val="67000"/>
                </a:schemeClr>
              </a:gs>
              <a:gs pos="85000">
                <a:srgbClr val="2F8549"/>
              </a:gs>
              <a:gs pos="70000">
                <a:srgbClr val="214E2C"/>
              </a:gs>
              <a:gs pos="22000">
                <a:schemeClr val="dk1">
                  <a:lumMod val="97000"/>
                  <a:lumOff val="3000"/>
                  <a:alpha val="38000"/>
                </a:schemeClr>
              </a:gs>
              <a:gs pos="100000">
                <a:schemeClr val="accent1"/>
              </a:gs>
            </a:gsLst>
            <a:path path="circle">
              <a:fillToRect l="50000" t="50000" r="50000" b="50000"/>
            </a:path>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sz="2000" dirty="0">
                <a:latin typeface="Segoe UI Light" panose="020B0502040204020203" pitchFamily="34" charset="0"/>
                <a:cs typeface="Segoe UI Light" panose="020B0502040204020203" pitchFamily="34" charset="0"/>
              </a:rPr>
              <a:t>Dialogue Output</a:t>
            </a:r>
          </a:p>
        </p:txBody>
      </p:sp>
      <p:sp>
        <p:nvSpPr>
          <p:cNvPr id="43" name="Rectangle: Rounded Corners 42">
            <a:extLst>
              <a:ext uri="{FF2B5EF4-FFF2-40B4-BE49-F238E27FC236}">
                <a16:creationId xmlns:a16="http://schemas.microsoft.com/office/drawing/2014/main" id="{D89142CF-B2D3-369D-A230-FBE59C23D05D}"/>
              </a:ext>
            </a:extLst>
          </p:cNvPr>
          <p:cNvSpPr/>
          <p:nvPr/>
        </p:nvSpPr>
        <p:spPr>
          <a:xfrm>
            <a:off x="8763911" y="2484101"/>
            <a:ext cx="1271083" cy="673476"/>
          </a:xfrm>
          <a:prstGeom prst="roundRect">
            <a:avLst>
              <a:gd name="adj" fmla="val 5367"/>
            </a:avLst>
          </a:prstGeom>
          <a:gradFill flip="none" rotWithShape="1">
            <a:gsLst>
              <a:gs pos="1000">
                <a:schemeClr val="dk1">
                  <a:lumMod val="67000"/>
                </a:schemeClr>
              </a:gs>
              <a:gs pos="85000">
                <a:srgbClr val="2F8549"/>
              </a:gs>
              <a:gs pos="70000">
                <a:srgbClr val="214E2C"/>
              </a:gs>
              <a:gs pos="22000">
                <a:schemeClr val="dk1">
                  <a:lumMod val="97000"/>
                  <a:lumOff val="3000"/>
                  <a:alpha val="38000"/>
                </a:schemeClr>
              </a:gs>
              <a:gs pos="100000">
                <a:schemeClr val="accent1"/>
              </a:gs>
            </a:gsLst>
            <a:path path="circle">
              <a:fillToRect l="50000" t="50000" r="50000" b="50000"/>
            </a:path>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sz="2000" dirty="0">
                <a:latin typeface="Segoe UI Light" panose="020B0502040204020203" pitchFamily="34" charset="0"/>
                <a:cs typeface="Segoe UI Light" panose="020B0502040204020203" pitchFamily="34" charset="0"/>
              </a:rPr>
              <a:t>Decision Point</a:t>
            </a:r>
          </a:p>
        </p:txBody>
      </p:sp>
      <p:sp>
        <p:nvSpPr>
          <p:cNvPr id="51" name="Rectangle: Diagonal Corners Snipped 50">
            <a:extLst>
              <a:ext uri="{FF2B5EF4-FFF2-40B4-BE49-F238E27FC236}">
                <a16:creationId xmlns:a16="http://schemas.microsoft.com/office/drawing/2014/main" id="{6F67FDB0-3E59-2151-1B03-1A782E81B7AA}"/>
              </a:ext>
            </a:extLst>
          </p:cNvPr>
          <p:cNvSpPr/>
          <p:nvPr/>
        </p:nvSpPr>
        <p:spPr>
          <a:xfrm>
            <a:off x="9199903" y="3774013"/>
            <a:ext cx="1139139" cy="487434"/>
          </a:xfrm>
          <a:prstGeom prst="snip2DiagRect">
            <a:avLst>
              <a:gd name="adj1" fmla="val 0"/>
              <a:gd name="adj2" fmla="val 41151"/>
            </a:avLst>
          </a:prstGeom>
          <a:gradFill flip="none" rotWithShape="1">
            <a:gsLst>
              <a:gs pos="24000">
                <a:srgbClr val="EDCF40">
                  <a:alpha val="16000"/>
                </a:srgbClr>
              </a:gs>
              <a:gs pos="0">
                <a:srgbClr val="FFC000">
                  <a:alpha val="16000"/>
                </a:srgbClr>
              </a:gs>
              <a:gs pos="85000">
                <a:srgbClr val="FFFF99">
                  <a:shade val="67500"/>
                  <a:satMod val="115000"/>
                  <a:alpha val="16000"/>
                </a:srgbClr>
              </a:gs>
              <a:gs pos="100000">
                <a:srgbClr val="FFFF99">
                  <a:shade val="100000"/>
                  <a:satMod val="115000"/>
                  <a:alpha val="16000"/>
                </a:srgbClr>
              </a:gs>
            </a:gsLst>
            <a:path path="circle">
              <a:fillToRect l="100000" b="100000"/>
            </a:path>
            <a:tileRect t="-100000" r="-100000"/>
          </a:gradFill>
          <a:ln>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Rectangle: Diagonal Corners Snipped 51">
            <a:extLst>
              <a:ext uri="{FF2B5EF4-FFF2-40B4-BE49-F238E27FC236}">
                <a16:creationId xmlns:a16="http://schemas.microsoft.com/office/drawing/2014/main" id="{58C33AF5-4EFB-6ABF-E940-2B952C67C447}"/>
              </a:ext>
            </a:extLst>
          </p:cNvPr>
          <p:cNvSpPr/>
          <p:nvPr/>
        </p:nvSpPr>
        <p:spPr>
          <a:xfrm>
            <a:off x="8181759" y="4108269"/>
            <a:ext cx="1139139" cy="487434"/>
          </a:xfrm>
          <a:prstGeom prst="snip2DiagRect">
            <a:avLst>
              <a:gd name="adj1" fmla="val 0"/>
              <a:gd name="adj2" fmla="val 41151"/>
            </a:avLst>
          </a:prstGeom>
          <a:gradFill flip="none" rotWithShape="1">
            <a:gsLst>
              <a:gs pos="24000">
                <a:srgbClr val="EDCF40">
                  <a:alpha val="16000"/>
                </a:srgbClr>
              </a:gs>
              <a:gs pos="0">
                <a:srgbClr val="FFC000">
                  <a:alpha val="16000"/>
                </a:srgbClr>
              </a:gs>
              <a:gs pos="85000">
                <a:srgbClr val="FFFF99">
                  <a:shade val="67500"/>
                  <a:satMod val="115000"/>
                  <a:alpha val="16000"/>
                </a:srgbClr>
              </a:gs>
              <a:gs pos="100000">
                <a:srgbClr val="FFFF99">
                  <a:shade val="100000"/>
                  <a:satMod val="115000"/>
                  <a:alpha val="16000"/>
                </a:srgbClr>
              </a:gs>
            </a:gsLst>
            <a:path path="circle">
              <a:fillToRect l="100000" b="100000"/>
            </a:path>
            <a:tileRect t="-100000" r="-100000"/>
          </a:gradFill>
          <a:ln>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Rectangle: Diagonal Corners Snipped 52">
            <a:extLst>
              <a:ext uri="{FF2B5EF4-FFF2-40B4-BE49-F238E27FC236}">
                <a16:creationId xmlns:a16="http://schemas.microsoft.com/office/drawing/2014/main" id="{99C832A7-F623-F260-F3BB-D4138A520006}"/>
              </a:ext>
            </a:extLst>
          </p:cNvPr>
          <p:cNvSpPr/>
          <p:nvPr/>
        </p:nvSpPr>
        <p:spPr>
          <a:xfrm>
            <a:off x="7972270" y="3519842"/>
            <a:ext cx="1139139" cy="487434"/>
          </a:xfrm>
          <a:prstGeom prst="snip2DiagRect">
            <a:avLst>
              <a:gd name="adj1" fmla="val 0"/>
              <a:gd name="adj2" fmla="val 41151"/>
            </a:avLst>
          </a:prstGeom>
          <a:gradFill flip="none" rotWithShape="1">
            <a:gsLst>
              <a:gs pos="24000">
                <a:srgbClr val="EDCF40">
                  <a:alpha val="16000"/>
                </a:srgbClr>
              </a:gs>
              <a:gs pos="0">
                <a:srgbClr val="FFC000">
                  <a:alpha val="16000"/>
                </a:srgbClr>
              </a:gs>
              <a:gs pos="85000">
                <a:srgbClr val="FFFF99">
                  <a:shade val="67500"/>
                  <a:satMod val="115000"/>
                  <a:alpha val="16000"/>
                </a:srgbClr>
              </a:gs>
              <a:gs pos="100000">
                <a:srgbClr val="FFFF99">
                  <a:shade val="100000"/>
                  <a:satMod val="115000"/>
                  <a:alpha val="16000"/>
                </a:srgbClr>
              </a:gs>
            </a:gsLst>
            <a:path path="circle">
              <a:fillToRect l="100000" b="100000"/>
            </a:path>
            <a:tileRect t="-100000" r="-100000"/>
          </a:gradFill>
          <a:ln>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6" name="Straight Connector 55">
            <a:extLst>
              <a:ext uri="{FF2B5EF4-FFF2-40B4-BE49-F238E27FC236}">
                <a16:creationId xmlns:a16="http://schemas.microsoft.com/office/drawing/2014/main" id="{505DAF5A-92E1-16C0-25A5-BD33F589C8AC}"/>
              </a:ext>
            </a:extLst>
          </p:cNvPr>
          <p:cNvCxnSpPr>
            <a:cxnSpLocks/>
          </p:cNvCxnSpPr>
          <p:nvPr/>
        </p:nvCxnSpPr>
        <p:spPr>
          <a:xfrm>
            <a:off x="8659628" y="3411747"/>
            <a:ext cx="1564816" cy="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58" name="Straight Connector 57">
            <a:extLst>
              <a:ext uri="{FF2B5EF4-FFF2-40B4-BE49-F238E27FC236}">
                <a16:creationId xmlns:a16="http://schemas.microsoft.com/office/drawing/2014/main" id="{2782B65D-58CC-733C-591D-C0155E2566F2}"/>
              </a:ext>
            </a:extLst>
          </p:cNvPr>
          <p:cNvCxnSpPr>
            <a:cxnSpLocks/>
          </p:cNvCxnSpPr>
          <p:nvPr/>
        </p:nvCxnSpPr>
        <p:spPr>
          <a:xfrm>
            <a:off x="7859374" y="3571466"/>
            <a:ext cx="0" cy="1086841"/>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61" name="Straight Arrow Connector 60">
            <a:extLst>
              <a:ext uri="{FF2B5EF4-FFF2-40B4-BE49-F238E27FC236}">
                <a16:creationId xmlns:a16="http://schemas.microsoft.com/office/drawing/2014/main" id="{36B5ED56-76B8-A9E9-FF43-A93275404CE5}"/>
              </a:ext>
            </a:extLst>
          </p:cNvPr>
          <p:cNvCxnSpPr>
            <a:cxnSpLocks/>
            <a:stCxn id="43" idx="2"/>
          </p:cNvCxnSpPr>
          <p:nvPr/>
        </p:nvCxnSpPr>
        <p:spPr>
          <a:xfrm>
            <a:off x="9399453" y="3157577"/>
            <a:ext cx="0" cy="254170"/>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64" name="Connector: Elbow 63">
            <a:extLst>
              <a:ext uri="{FF2B5EF4-FFF2-40B4-BE49-F238E27FC236}">
                <a16:creationId xmlns:a16="http://schemas.microsoft.com/office/drawing/2014/main" id="{B6E725FD-B4E0-6429-E15F-086AD0A22170}"/>
              </a:ext>
            </a:extLst>
          </p:cNvPr>
          <p:cNvCxnSpPr>
            <a:cxnSpLocks/>
            <a:endCxn id="42" idx="2"/>
          </p:cNvCxnSpPr>
          <p:nvPr/>
        </p:nvCxnSpPr>
        <p:spPr>
          <a:xfrm rot="16200000" flipV="1">
            <a:off x="7196774" y="3542533"/>
            <a:ext cx="1047561" cy="277649"/>
          </a:xfrm>
          <a:prstGeom prst="bentConnector3">
            <a:avLst>
              <a:gd name="adj1" fmla="val 8003"/>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67" name="TextBox 66">
            <a:extLst>
              <a:ext uri="{FF2B5EF4-FFF2-40B4-BE49-F238E27FC236}">
                <a16:creationId xmlns:a16="http://schemas.microsoft.com/office/drawing/2014/main" id="{CA146558-263A-2314-7B85-14FE83E22876}"/>
              </a:ext>
            </a:extLst>
          </p:cNvPr>
          <p:cNvSpPr txBox="1"/>
          <p:nvPr/>
        </p:nvSpPr>
        <p:spPr>
          <a:xfrm>
            <a:off x="7906299" y="3555741"/>
            <a:ext cx="1271079" cy="400110"/>
          </a:xfrm>
          <a:prstGeom prst="rect">
            <a:avLst/>
          </a:prstGeom>
          <a:noFill/>
        </p:spPr>
        <p:txBody>
          <a:bodyPr wrap="square" rtlCol="0">
            <a:spAutoFit/>
          </a:bodyPr>
          <a:lstStyle/>
          <a:p>
            <a:pPr algn="ctr"/>
            <a:r>
              <a:rPr lang="en-US" sz="2000" dirty="0">
                <a:latin typeface="Segoe UI Light" panose="020B0502040204020203" pitchFamily="34" charset="0"/>
                <a:cs typeface="Segoe UI Light" panose="020B0502040204020203" pitchFamily="34" charset="0"/>
              </a:rPr>
              <a:t>Choice A</a:t>
            </a:r>
          </a:p>
        </p:txBody>
      </p:sp>
      <p:sp>
        <p:nvSpPr>
          <p:cNvPr id="68" name="TextBox 67">
            <a:extLst>
              <a:ext uri="{FF2B5EF4-FFF2-40B4-BE49-F238E27FC236}">
                <a16:creationId xmlns:a16="http://schemas.microsoft.com/office/drawing/2014/main" id="{077ECFAC-04FA-18C9-297A-6ABE54CBF532}"/>
              </a:ext>
            </a:extLst>
          </p:cNvPr>
          <p:cNvSpPr txBox="1"/>
          <p:nvPr/>
        </p:nvSpPr>
        <p:spPr>
          <a:xfrm>
            <a:off x="9142386" y="3820228"/>
            <a:ext cx="1271079" cy="400110"/>
          </a:xfrm>
          <a:prstGeom prst="rect">
            <a:avLst/>
          </a:prstGeom>
          <a:noFill/>
        </p:spPr>
        <p:txBody>
          <a:bodyPr wrap="square" rtlCol="0">
            <a:spAutoFit/>
          </a:bodyPr>
          <a:lstStyle/>
          <a:p>
            <a:pPr algn="ctr"/>
            <a:r>
              <a:rPr lang="en-US" sz="2000" dirty="0">
                <a:latin typeface="Segoe UI Light" panose="020B0502040204020203" pitchFamily="34" charset="0"/>
                <a:cs typeface="Segoe UI Light" panose="020B0502040204020203" pitchFamily="34" charset="0"/>
              </a:rPr>
              <a:t>Choice C</a:t>
            </a:r>
          </a:p>
        </p:txBody>
      </p:sp>
      <p:sp>
        <p:nvSpPr>
          <p:cNvPr id="69" name="TextBox 68">
            <a:extLst>
              <a:ext uri="{FF2B5EF4-FFF2-40B4-BE49-F238E27FC236}">
                <a16:creationId xmlns:a16="http://schemas.microsoft.com/office/drawing/2014/main" id="{9B5E9120-4E83-0F21-3704-64FBCE5A738A}"/>
              </a:ext>
            </a:extLst>
          </p:cNvPr>
          <p:cNvSpPr txBox="1"/>
          <p:nvPr/>
        </p:nvSpPr>
        <p:spPr>
          <a:xfrm>
            <a:off x="8115788" y="4135714"/>
            <a:ext cx="1271079" cy="400110"/>
          </a:xfrm>
          <a:prstGeom prst="rect">
            <a:avLst/>
          </a:prstGeom>
          <a:noFill/>
        </p:spPr>
        <p:txBody>
          <a:bodyPr wrap="square" rtlCol="0">
            <a:spAutoFit/>
          </a:bodyPr>
          <a:lstStyle/>
          <a:p>
            <a:pPr algn="ctr"/>
            <a:r>
              <a:rPr lang="en-US" sz="2000" dirty="0">
                <a:latin typeface="Segoe UI Light" panose="020B0502040204020203" pitchFamily="34" charset="0"/>
                <a:cs typeface="Segoe UI Light" panose="020B0502040204020203" pitchFamily="34" charset="0"/>
              </a:rPr>
              <a:t>Choice B</a:t>
            </a:r>
          </a:p>
        </p:txBody>
      </p:sp>
      <p:cxnSp>
        <p:nvCxnSpPr>
          <p:cNvPr id="71" name="Straight Arrow Connector 70">
            <a:extLst>
              <a:ext uri="{FF2B5EF4-FFF2-40B4-BE49-F238E27FC236}">
                <a16:creationId xmlns:a16="http://schemas.microsoft.com/office/drawing/2014/main" id="{D96DBCFF-7EB2-6D13-DE37-721FFA623F1C}"/>
              </a:ext>
            </a:extLst>
          </p:cNvPr>
          <p:cNvCxnSpPr>
            <a:stCxn id="42" idx="3"/>
            <a:endCxn id="43" idx="1"/>
          </p:cNvCxnSpPr>
          <p:nvPr/>
        </p:nvCxnSpPr>
        <p:spPr>
          <a:xfrm>
            <a:off x="8217270" y="2820839"/>
            <a:ext cx="546641" cy="0"/>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pic>
        <p:nvPicPr>
          <p:cNvPr id="72" name="Camera 71">
            <a:extLst>
              <a:ext uri="{FF2B5EF4-FFF2-40B4-BE49-F238E27FC236}">
                <a16:creationId xmlns:a16="http://schemas.microsoft.com/office/drawing/2014/main" id="{44ACBA8A-5EE8-7B15-49CF-EBCB91791E25}"/>
              </a:ext>
            </a:extLst>
          </p:cNvPr>
          <p:cNvPicPr>
            <a:picLocks noChangeAspect="1"/>
            <a:extLst>
              <a:ext uri="{51228E76-BA90-4043-B771-695A4F85340A}">
                <alf:liveFeedProps xmlns:alf="http://schemas.microsoft.com/office/drawing/2021/livefeed"/>
              </a:ext>
            </a:extLst>
          </p:cNvPicPr>
          <p:nvPr/>
        </p:nvPicPr>
        <p:blipFill>
          <a:blip r:embed="rId3">
            <a:extLst>
              <a:ext uri="{96DAC541-7B7A-43D3-8B79-37D633B846F1}">
                <asvg:svgBlip xmlns:asvg="http://schemas.microsoft.com/office/drawing/2016/SVG/main" r:embed="rId4"/>
              </a:ext>
            </a:extLst>
          </a:blip>
          <a:stretch>
            <a:fillRect/>
          </a:stretch>
        </p:blipFill>
        <p:spPr>
          <a:xfrm>
            <a:off x="9638582" y="4356235"/>
            <a:ext cx="2057400" cy="2057400"/>
          </a:xfrm>
          <a:prstGeom prst="ellipse">
            <a:avLst/>
          </a:prstGeom>
        </p:spPr>
      </p:pic>
      <p:pic>
        <p:nvPicPr>
          <p:cNvPr id="74" name="Graphic 73" descr="Withering Tree outline">
            <a:extLst>
              <a:ext uri="{FF2B5EF4-FFF2-40B4-BE49-F238E27FC236}">
                <a16:creationId xmlns:a16="http://schemas.microsoft.com/office/drawing/2014/main" id="{AF1476F0-07F2-7D77-A87E-3F8CDABA3AB1}"/>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369337" y="4551790"/>
            <a:ext cx="2501765" cy="2501765"/>
          </a:xfrm>
          <a:prstGeom prst="rect">
            <a:avLst/>
          </a:prstGeom>
        </p:spPr>
      </p:pic>
      <p:pic>
        <p:nvPicPr>
          <p:cNvPr id="75" name="Picture 74">
            <a:extLst>
              <a:ext uri="{FF2B5EF4-FFF2-40B4-BE49-F238E27FC236}">
                <a16:creationId xmlns:a16="http://schemas.microsoft.com/office/drawing/2014/main" id="{147D55C2-9E4E-873E-ADAE-1C5BAF43B34A}"/>
              </a:ext>
            </a:extLst>
          </p:cNvPr>
          <p:cNvPicPr>
            <a:picLocks noChangeAspect="1"/>
          </p:cNvPicPr>
          <p:nvPr/>
        </p:nvPicPr>
        <p:blipFill>
          <a:blip r:embed="rId7">
            <a:alphaModFix amt="8000"/>
            <a:extLst>
              <a:ext uri="{BEBA8EAE-BF5A-486C-A8C5-ECC9F3942E4B}">
                <a14:imgProps xmlns:a14="http://schemas.microsoft.com/office/drawing/2010/main">
                  <a14:imgLayer r:embed="rId8">
                    <a14:imgEffect>
                      <a14:colorTemperature colorTemp="5154"/>
                    </a14:imgEffect>
                    <a14:imgEffect>
                      <a14:saturation sat="36000"/>
                    </a14:imgEffect>
                  </a14:imgLayer>
                </a14:imgProps>
              </a:ext>
              <a:ext uri="{28A0092B-C50C-407E-A947-70E740481C1C}">
                <a14:useLocalDpi xmlns:a14="http://schemas.microsoft.com/office/drawing/2010/main" val="0"/>
              </a:ext>
            </a:extLst>
          </a:blip>
          <a:srcRect/>
          <a:stretch/>
        </p:blipFill>
        <p:spPr>
          <a:xfrm>
            <a:off x="0" y="0"/>
            <a:ext cx="12177131" cy="6858000"/>
          </a:xfrm>
          <a:prstGeom prst="rect">
            <a:avLst/>
          </a:prstGeom>
        </p:spPr>
      </p:pic>
    </p:spTree>
    <p:extLst>
      <p:ext uri="{BB962C8B-B14F-4D97-AF65-F5344CB8AC3E}">
        <p14:creationId xmlns:p14="http://schemas.microsoft.com/office/powerpoint/2010/main" val="79905997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3BA346-4A69-57F0-FD43-1CBBC23B9D76}"/>
              </a:ext>
            </a:extLst>
          </p:cNvPr>
          <p:cNvSpPr txBox="1">
            <a:spLocks/>
          </p:cNvSpPr>
          <p:nvPr/>
        </p:nvSpPr>
        <p:spPr>
          <a:xfrm>
            <a:off x="6538822" y="60385"/>
            <a:ext cx="5581291" cy="1136926"/>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r"/>
            <a:r>
              <a:rPr lang="en-US" sz="4000" dirty="0">
                <a:latin typeface="Bahnschrift" panose="020B0502040204020203" pitchFamily="34" charset="0"/>
              </a:rPr>
              <a:t>Example of a Choice from Act I</a:t>
            </a:r>
          </a:p>
        </p:txBody>
      </p:sp>
      <p:cxnSp>
        <p:nvCxnSpPr>
          <p:cNvPr id="3" name="Straight Connector 2">
            <a:extLst>
              <a:ext uri="{FF2B5EF4-FFF2-40B4-BE49-F238E27FC236}">
                <a16:creationId xmlns:a16="http://schemas.microsoft.com/office/drawing/2014/main" id="{22C953B6-A88F-68FF-189A-2D660C218D2C}"/>
              </a:ext>
            </a:extLst>
          </p:cNvPr>
          <p:cNvCxnSpPr>
            <a:cxnSpLocks/>
          </p:cNvCxnSpPr>
          <p:nvPr/>
        </p:nvCxnSpPr>
        <p:spPr>
          <a:xfrm>
            <a:off x="0" y="1225440"/>
            <a:ext cx="12192000" cy="0"/>
          </a:xfrm>
          <a:prstGeom prst="line">
            <a:avLst/>
          </a:prstGeom>
          <a:ln w="3175"/>
        </p:spPr>
        <p:style>
          <a:lnRef idx="2">
            <a:schemeClr val="accent1"/>
          </a:lnRef>
          <a:fillRef idx="0">
            <a:schemeClr val="accent1"/>
          </a:fillRef>
          <a:effectRef idx="1">
            <a:schemeClr val="accent1"/>
          </a:effectRef>
          <a:fontRef idx="minor">
            <a:schemeClr val="tx1"/>
          </a:fontRef>
        </p:style>
      </p:cxnSp>
      <p:cxnSp>
        <p:nvCxnSpPr>
          <p:cNvPr id="4" name="Straight Connector 3">
            <a:extLst>
              <a:ext uri="{FF2B5EF4-FFF2-40B4-BE49-F238E27FC236}">
                <a16:creationId xmlns:a16="http://schemas.microsoft.com/office/drawing/2014/main" id="{A4AFCC56-D806-CF80-0FC1-19239D0B7CDC}"/>
              </a:ext>
            </a:extLst>
          </p:cNvPr>
          <p:cNvCxnSpPr>
            <a:cxnSpLocks/>
          </p:cNvCxnSpPr>
          <p:nvPr/>
        </p:nvCxnSpPr>
        <p:spPr>
          <a:xfrm>
            <a:off x="0" y="1058662"/>
            <a:ext cx="8514272" cy="0"/>
          </a:xfrm>
          <a:prstGeom prst="line">
            <a:avLst/>
          </a:prstGeom>
          <a:ln w="3175"/>
        </p:spPr>
        <p:style>
          <a:lnRef idx="2">
            <a:schemeClr val="accent1"/>
          </a:lnRef>
          <a:fillRef idx="0">
            <a:schemeClr val="accent1"/>
          </a:fillRef>
          <a:effectRef idx="1">
            <a:schemeClr val="accent1"/>
          </a:effectRef>
          <a:fontRef idx="minor">
            <a:schemeClr val="tx1"/>
          </a:fontRef>
        </p:style>
      </p:cxnSp>
      <p:cxnSp>
        <p:nvCxnSpPr>
          <p:cNvPr id="6" name="Straight Connector 5">
            <a:extLst>
              <a:ext uri="{FF2B5EF4-FFF2-40B4-BE49-F238E27FC236}">
                <a16:creationId xmlns:a16="http://schemas.microsoft.com/office/drawing/2014/main" id="{3ED7049F-AC1F-9767-79EF-B1965D3EC662}"/>
              </a:ext>
            </a:extLst>
          </p:cNvPr>
          <p:cNvCxnSpPr>
            <a:cxnSpLocks/>
          </p:cNvCxnSpPr>
          <p:nvPr/>
        </p:nvCxnSpPr>
        <p:spPr>
          <a:xfrm>
            <a:off x="0" y="900511"/>
            <a:ext cx="5883215" cy="0"/>
          </a:xfrm>
          <a:prstGeom prst="line">
            <a:avLst/>
          </a:prstGeom>
          <a:ln w="3175"/>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061A8724-4E51-EED6-E196-3AB87FB5F998}"/>
              </a:ext>
            </a:extLst>
          </p:cNvPr>
          <p:cNvCxnSpPr>
            <a:cxnSpLocks/>
          </p:cNvCxnSpPr>
          <p:nvPr/>
        </p:nvCxnSpPr>
        <p:spPr>
          <a:xfrm>
            <a:off x="0" y="725107"/>
            <a:ext cx="3778370" cy="0"/>
          </a:xfrm>
          <a:prstGeom prst="line">
            <a:avLst/>
          </a:prstGeom>
          <a:ln w="3175"/>
        </p:spPr>
        <p:style>
          <a:lnRef idx="2">
            <a:schemeClr val="accent1"/>
          </a:lnRef>
          <a:fillRef idx="0">
            <a:schemeClr val="accent1"/>
          </a:fillRef>
          <a:effectRef idx="1">
            <a:schemeClr val="accent1"/>
          </a:effectRef>
          <a:fontRef idx="minor">
            <a:schemeClr val="tx1"/>
          </a:fontRef>
        </p:style>
      </p:cxnSp>
      <p:sp>
        <p:nvSpPr>
          <p:cNvPr id="12" name="Rectangle: Rounded Corners 11">
            <a:extLst>
              <a:ext uri="{FF2B5EF4-FFF2-40B4-BE49-F238E27FC236}">
                <a16:creationId xmlns:a16="http://schemas.microsoft.com/office/drawing/2014/main" id="{AC4B775A-CD84-3020-4E42-7B8898659A9A}"/>
              </a:ext>
            </a:extLst>
          </p:cNvPr>
          <p:cNvSpPr/>
          <p:nvPr/>
        </p:nvSpPr>
        <p:spPr>
          <a:xfrm>
            <a:off x="208953" y="1370624"/>
            <a:ext cx="8096365" cy="370014"/>
          </a:xfrm>
          <a:prstGeom prst="roundRect">
            <a:avLst>
              <a:gd name="adj" fmla="val 7436"/>
            </a:avLst>
          </a:prstGeom>
          <a:solidFill>
            <a:schemeClr val="accent1"/>
          </a:solidFill>
          <a:ln w="38100">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sz="2000" b="1" dirty="0">
                <a:solidFill>
                  <a:schemeClr val="bg1"/>
                </a:solidFill>
                <a:latin typeface="Segoe UI Light" panose="020B0502040204020203" pitchFamily="34" charset="0"/>
                <a:cs typeface="Segoe UI Light" panose="020B0502040204020203" pitchFamily="34" charset="0"/>
              </a:rPr>
              <a:t>=== A1_Restoration ===</a:t>
            </a:r>
          </a:p>
        </p:txBody>
      </p:sp>
      <p:sp>
        <p:nvSpPr>
          <p:cNvPr id="13" name="Rectangle: Rounded Corners 12">
            <a:extLst>
              <a:ext uri="{FF2B5EF4-FFF2-40B4-BE49-F238E27FC236}">
                <a16:creationId xmlns:a16="http://schemas.microsoft.com/office/drawing/2014/main" id="{1D85513C-A242-535F-6495-A9DD00FBCD3C}"/>
              </a:ext>
            </a:extLst>
          </p:cNvPr>
          <p:cNvSpPr/>
          <p:nvPr/>
        </p:nvSpPr>
        <p:spPr>
          <a:xfrm>
            <a:off x="208951" y="5761273"/>
            <a:ext cx="8096365" cy="211863"/>
          </a:xfrm>
          <a:prstGeom prst="roundRect">
            <a:avLst>
              <a:gd name="adj" fmla="val 7436"/>
            </a:avLst>
          </a:prstGeom>
          <a:solidFill>
            <a:schemeClr val="accent1"/>
          </a:solidFill>
          <a:ln w="38100">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2000" b="1" dirty="0">
              <a:solidFill>
                <a:schemeClr val="bg1"/>
              </a:solidFill>
              <a:latin typeface="Segoe UI Light" panose="020B0502040204020203" pitchFamily="34" charset="0"/>
              <a:cs typeface="Segoe UI Light" panose="020B0502040204020203" pitchFamily="34" charset="0"/>
            </a:endParaRPr>
          </a:p>
        </p:txBody>
      </p:sp>
      <p:sp>
        <p:nvSpPr>
          <p:cNvPr id="14" name="TextBox 13">
            <a:extLst>
              <a:ext uri="{FF2B5EF4-FFF2-40B4-BE49-F238E27FC236}">
                <a16:creationId xmlns:a16="http://schemas.microsoft.com/office/drawing/2014/main" id="{A2CF1E70-62DB-691E-F2A0-FF3A5CA19B7D}"/>
              </a:ext>
            </a:extLst>
          </p:cNvPr>
          <p:cNvSpPr txBox="1"/>
          <p:nvPr/>
        </p:nvSpPr>
        <p:spPr>
          <a:xfrm>
            <a:off x="254000" y="1885821"/>
            <a:ext cx="8006269" cy="707886"/>
          </a:xfrm>
          <a:prstGeom prst="rect">
            <a:avLst/>
          </a:prstGeom>
          <a:noFill/>
        </p:spPr>
        <p:txBody>
          <a:bodyPr wrap="square" rtlCol="0">
            <a:spAutoFit/>
          </a:bodyPr>
          <a:lstStyle/>
          <a:p>
            <a:r>
              <a:rPr lang="en-US" sz="2000" dirty="0">
                <a:latin typeface="White Rabbit" panose="00000009000000000000" pitchFamily="50" charset="0"/>
                <a:cs typeface="White Rabbit" panose="00000009000000000000" pitchFamily="50" charset="0"/>
              </a:rPr>
              <a:t>Anna: That generator from the tunnel — I can link it 			into the Control Room grid.</a:t>
            </a:r>
          </a:p>
        </p:txBody>
      </p:sp>
      <p:sp>
        <p:nvSpPr>
          <p:cNvPr id="15" name="Rectangle: Rounded Corners 14">
            <a:extLst>
              <a:ext uri="{FF2B5EF4-FFF2-40B4-BE49-F238E27FC236}">
                <a16:creationId xmlns:a16="http://schemas.microsoft.com/office/drawing/2014/main" id="{75A84794-66A1-2651-9F22-39E97B5321F8}"/>
              </a:ext>
            </a:extLst>
          </p:cNvPr>
          <p:cNvSpPr/>
          <p:nvPr/>
        </p:nvSpPr>
        <p:spPr>
          <a:xfrm>
            <a:off x="780689" y="4711820"/>
            <a:ext cx="3403121" cy="813789"/>
          </a:xfrm>
          <a:prstGeom prst="roundRect">
            <a:avLst/>
          </a:prstGeom>
          <a:noFill/>
          <a:ln w="19050" cap="flat" cmpd="sng" algn="ctr">
            <a:solidFill>
              <a:srgbClr val="00B0F0"/>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r>
              <a:rPr lang="en-US" dirty="0">
                <a:solidFill>
                  <a:schemeClr val="tx2">
                    <a:lumMod val="90000"/>
                  </a:schemeClr>
                </a:solidFill>
                <a:latin typeface="White Rabbit" panose="00000009000000000000" pitchFamily="50" charset="0"/>
                <a:cs typeface="White Rabbit" panose="00000009000000000000" pitchFamily="50" charset="0"/>
              </a:rPr>
              <a:t>Do it. Let’s see what wakes up.</a:t>
            </a:r>
          </a:p>
        </p:txBody>
      </p:sp>
      <p:sp>
        <p:nvSpPr>
          <p:cNvPr id="17" name="Rectangle: Rounded Corners 16">
            <a:extLst>
              <a:ext uri="{FF2B5EF4-FFF2-40B4-BE49-F238E27FC236}">
                <a16:creationId xmlns:a16="http://schemas.microsoft.com/office/drawing/2014/main" id="{CB959D27-BB10-7E3C-32AF-71C60A456982}"/>
              </a:ext>
            </a:extLst>
          </p:cNvPr>
          <p:cNvSpPr/>
          <p:nvPr/>
        </p:nvSpPr>
        <p:spPr>
          <a:xfrm>
            <a:off x="4380061" y="4711821"/>
            <a:ext cx="3403121" cy="813790"/>
          </a:xfrm>
          <a:prstGeom prst="roundRect">
            <a:avLst/>
          </a:prstGeom>
          <a:noFill/>
          <a:ln w="19050" cap="flat" cmpd="sng" algn="ctr">
            <a:solidFill>
              <a:schemeClr val="accent6">
                <a:lumMod val="60000"/>
                <a:lumOff val="40000"/>
              </a:schemeClr>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r>
              <a:rPr lang="en-US" dirty="0">
                <a:solidFill>
                  <a:schemeClr val="tx2">
                    <a:lumMod val="90000"/>
                  </a:schemeClr>
                </a:solidFill>
                <a:latin typeface="White Rabbit" panose="00000009000000000000" pitchFamily="50" charset="0"/>
                <a:cs typeface="White Rabbit" panose="00000009000000000000" pitchFamily="50" charset="0"/>
              </a:rPr>
              <a:t>Not much choice. You need the power.</a:t>
            </a:r>
          </a:p>
        </p:txBody>
      </p:sp>
      <p:sp>
        <p:nvSpPr>
          <p:cNvPr id="19" name="TextBox 18">
            <a:extLst>
              <a:ext uri="{FF2B5EF4-FFF2-40B4-BE49-F238E27FC236}">
                <a16:creationId xmlns:a16="http://schemas.microsoft.com/office/drawing/2014/main" id="{11DDCCA5-2C7E-3BF2-A0F9-F14AE98DB735}"/>
              </a:ext>
            </a:extLst>
          </p:cNvPr>
          <p:cNvSpPr txBox="1"/>
          <p:nvPr/>
        </p:nvSpPr>
        <p:spPr>
          <a:xfrm>
            <a:off x="1112808" y="2721114"/>
            <a:ext cx="7147461" cy="707886"/>
          </a:xfrm>
          <a:prstGeom prst="rect">
            <a:avLst/>
          </a:prstGeom>
          <a:noFill/>
        </p:spPr>
        <p:txBody>
          <a:bodyPr wrap="square" rtlCol="0">
            <a:spAutoFit/>
          </a:bodyPr>
          <a:lstStyle/>
          <a:p>
            <a:r>
              <a:rPr lang="en-US" sz="2000" dirty="0">
                <a:latin typeface="White Rabbit" panose="00000009000000000000" pitchFamily="50" charset="0"/>
                <a:cs typeface="White Rabbit" panose="00000009000000000000" pitchFamily="50" charset="0"/>
              </a:rPr>
              <a:t>If I reroute through the maintenance lines, I might be able to wake the whole system.</a:t>
            </a:r>
          </a:p>
        </p:txBody>
      </p:sp>
      <p:sp>
        <p:nvSpPr>
          <p:cNvPr id="20" name="TextBox 19">
            <a:extLst>
              <a:ext uri="{FF2B5EF4-FFF2-40B4-BE49-F238E27FC236}">
                <a16:creationId xmlns:a16="http://schemas.microsoft.com/office/drawing/2014/main" id="{3CCCAF3C-B8C6-4004-C77B-BA82DA3CC14E}"/>
              </a:ext>
            </a:extLst>
          </p:cNvPr>
          <p:cNvSpPr txBox="1"/>
          <p:nvPr/>
        </p:nvSpPr>
        <p:spPr>
          <a:xfrm>
            <a:off x="1114723" y="3556407"/>
            <a:ext cx="7147461" cy="707886"/>
          </a:xfrm>
          <a:prstGeom prst="rect">
            <a:avLst/>
          </a:prstGeom>
          <a:noFill/>
        </p:spPr>
        <p:txBody>
          <a:bodyPr wrap="square" rtlCol="0">
            <a:spAutoFit/>
          </a:bodyPr>
          <a:lstStyle/>
          <a:p>
            <a:r>
              <a:rPr lang="en-US" sz="2000" dirty="0">
                <a:latin typeface="White Rabbit" panose="00000009000000000000" pitchFamily="50" charset="0"/>
                <a:cs typeface="White Rabbit" panose="00000009000000000000" pitchFamily="50" charset="0"/>
              </a:rPr>
              <a:t>It’s risky. The Array’s signal might still be running on these circuits.</a:t>
            </a:r>
          </a:p>
        </p:txBody>
      </p:sp>
      <p:cxnSp>
        <p:nvCxnSpPr>
          <p:cNvPr id="23" name="Straight Connector 22">
            <a:extLst>
              <a:ext uri="{FF2B5EF4-FFF2-40B4-BE49-F238E27FC236}">
                <a16:creationId xmlns:a16="http://schemas.microsoft.com/office/drawing/2014/main" id="{D0F2C80E-C7B0-233F-F0FB-D7D542BA1F4F}"/>
              </a:ext>
            </a:extLst>
          </p:cNvPr>
          <p:cNvCxnSpPr>
            <a:stCxn id="15" idx="3"/>
            <a:endCxn id="17" idx="1"/>
          </p:cNvCxnSpPr>
          <p:nvPr/>
        </p:nvCxnSpPr>
        <p:spPr>
          <a:xfrm>
            <a:off x="4183810" y="5118715"/>
            <a:ext cx="196251" cy="1"/>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5" name="Straight Arrow Connector 24">
            <a:extLst>
              <a:ext uri="{FF2B5EF4-FFF2-40B4-BE49-F238E27FC236}">
                <a16:creationId xmlns:a16="http://schemas.microsoft.com/office/drawing/2014/main" id="{3FE84022-718A-766F-C472-A12F8CF6FEA6}"/>
              </a:ext>
            </a:extLst>
          </p:cNvPr>
          <p:cNvCxnSpPr>
            <a:cxnSpLocks/>
            <a:stCxn id="17" idx="3"/>
            <a:endCxn id="29" idx="1"/>
          </p:cNvCxnSpPr>
          <p:nvPr/>
        </p:nvCxnSpPr>
        <p:spPr>
          <a:xfrm flipV="1">
            <a:off x="7783182" y="4466119"/>
            <a:ext cx="1012173" cy="652597"/>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29" name="Rectangle: Rounded Corners 28">
            <a:extLst>
              <a:ext uri="{FF2B5EF4-FFF2-40B4-BE49-F238E27FC236}">
                <a16:creationId xmlns:a16="http://schemas.microsoft.com/office/drawing/2014/main" id="{E3A88334-7009-B759-8D11-DBD419F0FE42}"/>
              </a:ext>
            </a:extLst>
          </p:cNvPr>
          <p:cNvSpPr/>
          <p:nvPr/>
        </p:nvSpPr>
        <p:spPr>
          <a:xfrm>
            <a:off x="8795355" y="4296291"/>
            <a:ext cx="2748704" cy="339656"/>
          </a:xfrm>
          <a:prstGeom prst="roundRect">
            <a:avLst>
              <a:gd name="adj" fmla="val 7436"/>
            </a:avLst>
          </a:prstGeom>
          <a:solidFill>
            <a:schemeClr val="tx2"/>
          </a:solidFill>
          <a:ln w="38100">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sz="2000" b="1" dirty="0">
                <a:solidFill>
                  <a:schemeClr val="bg1"/>
                </a:solidFill>
                <a:latin typeface="Segoe UI Light" panose="020B0502040204020203" pitchFamily="34" charset="0"/>
                <a:cs typeface="Segoe UI Light" panose="020B0502040204020203" pitchFamily="34" charset="0"/>
              </a:rPr>
              <a:t>=== A1_PowerUp ===</a:t>
            </a:r>
          </a:p>
        </p:txBody>
      </p:sp>
      <p:sp>
        <p:nvSpPr>
          <p:cNvPr id="30" name="Callout: Down Arrow 29">
            <a:extLst>
              <a:ext uri="{FF2B5EF4-FFF2-40B4-BE49-F238E27FC236}">
                <a16:creationId xmlns:a16="http://schemas.microsoft.com/office/drawing/2014/main" id="{2B622533-A314-02C0-0E19-ED2C278007C4}"/>
              </a:ext>
            </a:extLst>
          </p:cNvPr>
          <p:cNvSpPr/>
          <p:nvPr/>
        </p:nvSpPr>
        <p:spPr>
          <a:xfrm>
            <a:off x="8795355" y="1885821"/>
            <a:ext cx="2748704" cy="2410470"/>
          </a:xfrm>
          <a:prstGeom prst="downArrowCallout">
            <a:avLst>
              <a:gd name="adj1" fmla="val 8361"/>
              <a:gd name="adj2" fmla="val 14506"/>
              <a:gd name="adj3" fmla="val 17442"/>
              <a:gd name="adj4" fmla="val 56198"/>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TextBox 30">
            <a:extLst>
              <a:ext uri="{FF2B5EF4-FFF2-40B4-BE49-F238E27FC236}">
                <a16:creationId xmlns:a16="http://schemas.microsoft.com/office/drawing/2014/main" id="{56E0E64D-F4F5-9E8E-9D15-85D80DB335F4}"/>
              </a:ext>
            </a:extLst>
          </p:cNvPr>
          <p:cNvSpPr txBox="1"/>
          <p:nvPr/>
        </p:nvSpPr>
        <p:spPr>
          <a:xfrm>
            <a:off x="8793440" y="1956246"/>
            <a:ext cx="2718988" cy="461665"/>
          </a:xfrm>
          <a:prstGeom prst="rect">
            <a:avLst/>
          </a:prstGeom>
          <a:noFill/>
        </p:spPr>
        <p:txBody>
          <a:bodyPr wrap="square" rtlCol="0">
            <a:spAutoFit/>
          </a:bodyPr>
          <a:lstStyle/>
          <a:p>
            <a:pPr algn="ctr"/>
            <a:r>
              <a:rPr lang="en-US" sz="2400" dirty="0">
                <a:latin typeface="Segoe UI Light" panose="020B0502040204020203" pitchFamily="34" charset="0"/>
                <a:cs typeface="Segoe UI Light" panose="020B0502040204020203" pitchFamily="34" charset="0"/>
              </a:rPr>
              <a:t>~</a:t>
            </a:r>
            <a:r>
              <a:rPr lang="en-US" sz="2400" dirty="0">
                <a:solidFill>
                  <a:srgbClr val="00B0F0"/>
                </a:solidFill>
                <a:latin typeface="Segoe UI Light" panose="020B0502040204020203" pitchFamily="34" charset="0"/>
                <a:cs typeface="Segoe UI Light" panose="020B0502040204020203" pitchFamily="34" charset="0"/>
              </a:rPr>
              <a:t>curiosity</a:t>
            </a:r>
            <a:r>
              <a:rPr lang="en-US" sz="2400" dirty="0">
                <a:latin typeface="Segoe UI Light" panose="020B0502040204020203" pitchFamily="34" charset="0"/>
                <a:cs typeface="Segoe UI Light" panose="020B0502040204020203" pitchFamily="34" charset="0"/>
              </a:rPr>
              <a:t> += 1</a:t>
            </a:r>
          </a:p>
        </p:txBody>
      </p:sp>
      <p:sp>
        <p:nvSpPr>
          <p:cNvPr id="32" name="TextBox 31">
            <a:extLst>
              <a:ext uri="{FF2B5EF4-FFF2-40B4-BE49-F238E27FC236}">
                <a16:creationId xmlns:a16="http://schemas.microsoft.com/office/drawing/2014/main" id="{E96247D1-1E77-C312-FD26-531E68DAB540}"/>
              </a:ext>
            </a:extLst>
          </p:cNvPr>
          <p:cNvSpPr txBox="1"/>
          <p:nvPr/>
        </p:nvSpPr>
        <p:spPr>
          <a:xfrm>
            <a:off x="8795355" y="2651663"/>
            <a:ext cx="2748704" cy="461665"/>
          </a:xfrm>
          <a:prstGeom prst="rect">
            <a:avLst/>
          </a:prstGeom>
          <a:noFill/>
        </p:spPr>
        <p:txBody>
          <a:bodyPr wrap="square" rtlCol="0">
            <a:spAutoFit/>
          </a:bodyPr>
          <a:lstStyle/>
          <a:p>
            <a:pPr algn="ctr"/>
            <a:r>
              <a:rPr lang="en-US" sz="2400" dirty="0">
                <a:latin typeface="Segoe UI Light" panose="020B0502040204020203" pitchFamily="34" charset="0"/>
                <a:cs typeface="Segoe UI Light" panose="020B0502040204020203" pitchFamily="34" charset="0"/>
              </a:rPr>
              <a:t>~</a:t>
            </a:r>
            <a:r>
              <a:rPr lang="en-US" sz="2400" dirty="0">
                <a:solidFill>
                  <a:schemeClr val="accent6">
                    <a:lumMod val="60000"/>
                    <a:lumOff val="40000"/>
                  </a:schemeClr>
                </a:solidFill>
                <a:latin typeface="Segoe UI Light" panose="020B0502040204020203" pitchFamily="34" charset="0"/>
                <a:cs typeface="Segoe UI Light" panose="020B0502040204020203" pitchFamily="34" charset="0"/>
              </a:rPr>
              <a:t>autonomy</a:t>
            </a:r>
            <a:r>
              <a:rPr lang="en-US" sz="2400" dirty="0">
                <a:latin typeface="Segoe UI Light" panose="020B0502040204020203" pitchFamily="34" charset="0"/>
                <a:cs typeface="Segoe UI Light" panose="020B0502040204020203" pitchFamily="34" charset="0"/>
              </a:rPr>
              <a:t> += 1</a:t>
            </a:r>
          </a:p>
        </p:txBody>
      </p:sp>
      <p:sp>
        <p:nvSpPr>
          <p:cNvPr id="33" name="TextBox 32">
            <a:extLst>
              <a:ext uri="{FF2B5EF4-FFF2-40B4-BE49-F238E27FC236}">
                <a16:creationId xmlns:a16="http://schemas.microsoft.com/office/drawing/2014/main" id="{D1D221B9-45F6-9E6D-8EE9-EBC856460239}"/>
              </a:ext>
            </a:extLst>
          </p:cNvPr>
          <p:cNvSpPr txBox="1"/>
          <p:nvPr/>
        </p:nvSpPr>
        <p:spPr>
          <a:xfrm>
            <a:off x="9773015" y="2356907"/>
            <a:ext cx="793383" cy="461665"/>
          </a:xfrm>
          <a:prstGeom prst="rect">
            <a:avLst/>
          </a:prstGeom>
          <a:noFill/>
        </p:spPr>
        <p:txBody>
          <a:bodyPr wrap="square" rtlCol="0">
            <a:spAutoFit/>
          </a:bodyPr>
          <a:lstStyle/>
          <a:p>
            <a:pPr algn="ctr"/>
            <a:r>
              <a:rPr lang="en-US" sz="2400" dirty="0">
                <a:latin typeface="Segoe UI Light" panose="020B0502040204020203" pitchFamily="34" charset="0"/>
                <a:cs typeface="Segoe UI Light" panose="020B0502040204020203" pitchFamily="34" charset="0"/>
              </a:rPr>
              <a:t>OR</a:t>
            </a:r>
          </a:p>
        </p:txBody>
      </p:sp>
      <p:pic>
        <p:nvPicPr>
          <p:cNvPr id="38" name="Camera 37">
            <a:extLst>
              <a:ext uri="{FF2B5EF4-FFF2-40B4-BE49-F238E27FC236}">
                <a16:creationId xmlns:a16="http://schemas.microsoft.com/office/drawing/2014/main" id="{DBA013AE-C948-DD16-FEEF-95C80A74F133}"/>
              </a:ext>
            </a:extLst>
          </p:cNvPr>
          <p:cNvPicPr>
            <a:picLocks noChangeAspect="1"/>
            <a:extLst>
              <a:ext uri="{51228E76-BA90-4043-B771-695A4F85340A}">
                <alf:liveFeedProps xmlns:alf="http://schemas.microsoft.com/office/drawing/2021/livefeed"/>
              </a:ext>
            </a:extLst>
          </p:cNvPicPr>
          <p:nvPr/>
        </p:nvPicPr>
        <p:blipFill>
          <a:blip r:embed="rId3">
            <a:extLst>
              <a:ext uri="{96DAC541-7B7A-43D3-8B79-37D633B846F1}">
                <asvg:svgBlip xmlns:asvg="http://schemas.microsoft.com/office/drawing/2016/SVG/main" r:embed="rId4"/>
              </a:ext>
            </a:extLst>
          </a:blip>
          <a:stretch>
            <a:fillRect/>
          </a:stretch>
        </p:blipFill>
        <p:spPr>
          <a:xfrm>
            <a:off x="9155509" y="4658160"/>
            <a:ext cx="2057400" cy="2057400"/>
          </a:xfrm>
          <a:prstGeom prst="ellipse">
            <a:avLst/>
          </a:prstGeom>
        </p:spPr>
      </p:pic>
      <p:pic>
        <p:nvPicPr>
          <p:cNvPr id="39" name="Picture 38">
            <a:extLst>
              <a:ext uri="{FF2B5EF4-FFF2-40B4-BE49-F238E27FC236}">
                <a16:creationId xmlns:a16="http://schemas.microsoft.com/office/drawing/2014/main" id="{195C4447-89F2-575C-23CA-F844E0CE0A48}"/>
              </a:ext>
            </a:extLst>
          </p:cNvPr>
          <p:cNvPicPr>
            <a:picLocks noChangeAspect="1"/>
          </p:cNvPicPr>
          <p:nvPr/>
        </p:nvPicPr>
        <p:blipFill>
          <a:blip r:embed="rId5">
            <a:alphaModFix amt="8000"/>
            <a:extLst>
              <a:ext uri="{BEBA8EAE-BF5A-486C-A8C5-ECC9F3942E4B}">
                <a14:imgProps xmlns:a14="http://schemas.microsoft.com/office/drawing/2010/main">
                  <a14:imgLayer r:embed="rId6">
                    <a14:imgEffect>
                      <a14:colorTemperature colorTemp="5154"/>
                    </a14:imgEffect>
                    <a14:imgEffect>
                      <a14:saturation sat="36000"/>
                    </a14:imgEffect>
                  </a14:imgLayer>
                </a14:imgProps>
              </a:ext>
              <a:ext uri="{28A0092B-C50C-407E-A947-70E740481C1C}">
                <a14:useLocalDpi xmlns:a14="http://schemas.microsoft.com/office/drawing/2010/main" val="0"/>
              </a:ext>
            </a:extLst>
          </a:blip>
          <a:srcRect/>
          <a:stretch/>
        </p:blipFill>
        <p:spPr>
          <a:xfrm>
            <a:off x="0" y="0"/>
            <a:ext cx="12177131" cy="6858000"/>
          </a:xfrm>
          <a:prstGeom prst="rect">
            <a:avLst/>
          </a:prstGeom>
        </p:spPr>
      </p:pic>
    </p:spTree>
    <p:extLst>
      <p:ext uri="{BB962C8B-B14F-4D97-AF65-F5344CB8AC3E}">
        <p14:creationId xmlns:p14="http://schemas.microsoft.com/office/powerpoint/2010/main" val="202253075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BE8743-1304-58D8-8B74-E31CBAC54AA5}"/>
              </a:ext>
            </a:extLst>
          </p:cNvPr>
          <p:cNvSpPr txBox="1">
            <a:spLocks/>
          </p:cNvSpPr>
          <p:nvPr/>
        </p:nvSpPr>
        <p:spPr>
          <a:xfrm>
            <a:off x="4449915" y="117443"/>
            <a:ext cx="3292170" cy="658934"/>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4800" dirty="0">
                <a:latin typeface="Bahnschrift" panose="020B0502040204020203" pitchFamily="34" charset="0"/>
              </a:rPr>
              <a:t>Challenges</a:t>
            </a:r>
          </a:p>
        </p:txBody>
      </p:sp>
      <p:sp>
        <p:nvSpPr>
          <p:cNvPr id="3" name="Rectangle 2">
            <a:extLst>
              <a:ext uri="{FF2B5EF4-FFF2-40B4-BE49-F238E27FC236}">
                <a16:creationId xmlns:a16="http://schemas.microsoft.com/office/drawing/2014/main" id="{3868BCC5-32C0-C49A-772B-21D28B6EB8AD}"/>
              </a:ext>
            </a:extLst>
          </p:cNvPr>
          <p:cNvSpPr/>
          <p:nvPr/>
        </p:nvSpPr>
        <p:spPr>
          <a:xfrm>
            <a:off x="0" y="448573"/>
            <a:ext cx="4218316" cy="101853"/>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4" name="Rectangle 3">
            <a:extLst>
              <a:ext uri="{FF2B5EF4-FFF2-40B4-BE49-F238E27FC236}">
                <a16:creationId xmlns:a16="http://schemas.microsoft.com/office/drawing/2014/main" id="{FB7B828C-B0B8-84BE-0D2C-B883045040FF}"/>
              </a:ext>
            </a:extLst>
          </p:cNvPr>
          <p:cNvSpPr/>
          <p:nvPr/>
        </p:nvSpPr>
        <p:spPr>
          <a:xfrm>
            <a:off x="7973684" y="499499"/>
            <a:ext cx="4218316" cy="101853"/>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cxnSp>
        <p:nvCxnSpPr>
          <p:cNvPr id="5" name="Straight Connector 4">
            <a:extLst>
              <a:ext uri="{FF2B5EF4-FFF2-40B4-BE49-F238E27FC236}">
                <a16:creationId xmlns:a16="http://schemas.microsoft.com/office/drawing/2014/main" id="{92D1E732-E656-0FD8-EE1D-8ECD3A2C16C2}"/>
              </a:ext>
            </a:extLst>
          </p:cNvPr>
          <p:cNvCxnSpPr/>
          <p:nvPr/>
        </p:nvCxnSpPr>
        <p:spPr>
          <a:xfrm>
            <a:off x="393947" y="0"/>
            <a:ext cx="0" cy="6858000"/>
          </a:xfrm>
          <a:prstGeom prst="line">
            <a:avLst/>
          </a:prstGeom>
          <a:ln w="9525"/>
        </p:spPr>
        <p:style>
          <a:lnRef idx="2">
            <a:schemeClr val="accent1"/>
          </a:lnRef>
          <a:fillRef idx="0">
            <a:schemeClr val="accent1"/>
          </a:fillRef>
          <a:effectRef idx="1">
            <a:schemeClr val="accent1"/>
          </a:effectRef>
          <a:fontRef idx="minor">
            <a:schemeClr val="tx1"/>
          </a:fontRef>
        </p:style>
      </p:cxnSp>
      <p:cxnSp>
        <p:nvCxnSpPr>
          <p:cNvPr id="6" name="Straight Connector 5">
            <a:extLst>
              <a:ext uri="{FF2B5EF4-FFF2-40B4-BE49-F238E27FC236}">
                <a16:creationId xmlns:a16="http://schemas.microsoft.com/office/drawing/2014/main" id="{A77FE2C7-FAE8-95DE-5198-E65E2B429C26}"/>
              </a:ext>
            </a:extLst>
          </p:cNvPr>
          <p:cNvCxnSpPr/>
          <p:nvPr/>
        </p:nvCxnSpPr>
        <p:spPr>
          <a:xfrm>
            <a:off x="11818189" y="0"/>
            <a:ext cx="0" cy="6858000"/>
          </a:xfrm>
          <a:prstGeom prst="line">
            <a:avLst/>
          </a:prstGeom>
          <a:ln w="9525"/>
        </p:spPr>
        <p:style>
          <a:lnRef idx="2">
            <a:schemeClr val="accent1"/>
          </a:lnRef>
          <a:fillRef idx="0">
            <a:schemeClr val="accent1"/>
          </a:fillRef>
          <a:effectRef idx="1">
            <a:schemeClr val="accent1"/>
          </a:effectRef>
          <a:fontRef idx="minor">
            <a:schemeClr val="tx1"/>
          </a:fontRef>
        </p:style>
      </p:cxnSp>
      <p:sp>
        <p:nvSpPr>
          <p:cNvPr id="7" name="Double Brace 6">
            <a:extLst>
              <a:ext uri="{FF2B5EF4-FFF2-40B4-BE49-F238E27FC236}">
                <a16:creationId xmlns:a16="http://schemas.microsoft.com/office/drawing/2014/main" id="{F7448E69-9B49-BBF6-967F-F461A656DDC8}"/>
              </a:ext>
            </a:extLst>
          </p:cNvPr>
          <p:cNvSpPr/>
          <p:nvPr/>
        </p:nvSpPr>
        <p:spPr>
          <a:xfrm>
            <a:off x="501779" y="1299259"/>
            <a:ext cx="7671753" cy="797792"/>
          </a:xfrm>
          <a:prstGeom prst="bracePair">
            <a:avLst/>
          </a:prstGeom>
        </p:spPr>
        <p:style>
          <a:lnRef idx="2">
            <a:schemeClr val="accent1"/>
          </a:lnRef>
          <a:fillRef idx="0">
            <a:schemeClr val="accent1"/>
          </a:fillRef>
          <a:effectRef idx="1">
            <a:schemeClr val="accent1"/>
          </a:effectRef>
          <a:fontRef idx="minor">
            <a:schemeClr val="tx1"/>
          </a:fontRef>
        </p:style>
        <p:txBody>
          <a:bodyPr rtlCol="0" anchor="ctr"/>
          <a:lstStyle/>
          <a:p>
            <a:pPr algn="ctr"/>
            <a:r>
              <a:rPr lang="en-US" sz="2800" dirty="0">
                <a:latin typeface="Segoe UI Light" panose="020B0502040204020203" pitchFamily="34" charset="0"/>
                <a:cs typeface="Segoe UI Light" panose="020B0502040204020203" pitchFamily="34" charset="0"/>
              </a:rPr>
              <a:t>Finding best way to handle branching paths</a:t>
            </a:r>
          </a:p>
        </p:txBody>
      </p:sp>
      <p:sp>
        <p:nvSpPr>
          <p:cNvPr id="8" name="Double Brace 7">
            <a:extLst>
              <a:ext uri="{FF2B5EF4-FFF2-40B4-BE49-F238E27FC236}">
                <a16:creationId xmlns:a16="http://schemas.microsoft.com/office/drawing/2014/main" id="{EC98533A-F105-E541-1F89-3796C9F57945}"/>
              </a:ext>
            </a:extLst>
          </p:cNvPr>
          <p:cNvSpPr/>
          <p:nvPr/>
        </p:nvSpPr>
        <p:spPr>
          <a:xfrm>
            <a:off x="3707927" y="2302288"/>
            <a:ext cx="5888964" cy="797792"/>
          </a:xfrm>
          <a:prstGeom prst="bracePair">
            <a:avLst/>
          </a:prstGeom>
        </p:spPr>
        <p:style>
          <a:lnRef idx="2">
            <a:schemeClr val="accent1"/>
          </a:lnRef>
          <a:fillRef idx="0">
            <a:schemeClr val="accent1"/>
          </a:fillRef>
          <a:effectRef idx="1">
            <a:schemeClr val="accent1"/>
          </a:effectRef>
          <a:fontRef idx="minor">
            <a:schemeClr val="tx1"/>
          </a:fontRef>
        </p:style>
        <p:txBody>
          <a:bodyPr rtlCol="0" anchor="ctr"/>
          <a:lstStyle/>
          <a:p>
            <a:pPr algn="ctr"/>
            <a:r>
              <a:rPr lang="en-US" sz="2800" dirty="0">
                <a:latin typeface="Segoe UI Light" panose="020B0502040204020203" pitchFamily="34" charset="0"/>
                <a:cs typeface="Segoe UI Light" panose="020B0502040204020203" pitchFamily="34" charset="0"/>
              </a:rPr>
              <a:t>Learning Ink Logic</a:t>
            </a:r>
          </a:p>
        </p:txBody>
      </p:sp>
      <p:sp>
        <p:nvSpPr>
          <p:cNvPr id="9" name="Double Brace 8">
            <a:extLst>
              <a:ext uri="{FF2B5EF4-FFF2-40B4-BE49-F238E27FC236}">
                <a16:creationId xmlns:a16="http://schemas.microsoft.com/office/drawing/2014/main" id="{C6535605-7159-8F51-EF6B-CCC54193B7C9}"/>
              </a:ext>
            </a:extLst>
          </p:cNvPr>
          <p:cNvSpPr/>
          <p:nvPr/>
        </p:nvSpPr>
        <p:spPr>
          <a:xfrm>
            <a:off x="501779" y="3305317"/>
            <a:ext cx="7671749" cy="797792"/>
          </a:xfrm>
          <a:prstGeom prst="bracePair">
            <a:avLst/>
          </a:prstGeom>
        </p:spPr>
        <p:style>
          <a:lnRef idx="2">
            <a:schemeClr val="accent1"/>
          </a:lnRef>
          <a:fillRef idx="0">
            <a:schemeClr val="accent1"/>
          </a:fillRef>
          <a:effectRef idx="1">
            <a:schemeClr val="accent1"/>
          </a:effectRef>
          <a:fontRef idx="minor">
            <a:schemeClr val="tx1"/>
          </a:fontRef>
        </p:style>
        <p:txBody>
          <a:bodyPr rtlCol="0" anchor="ctr"/>
          <a:lstStyle/>
          <a:p>
            <a:pPr algn="ctr"/>
            <a:r>
              <a:rPr lang="en-US" sz="2800" dirty="0">
                <a:latin typeface="Segoe UI Light" panose="020B0502040204020203" pitchFamily="34" charset="0"/>
                <a:cs typeface="Segoe UI Light" panose="020B0502040204020203" pitchFamily="34" charset="0"/>
              </a:rPr>
              <a:t>Solo workload + Managing goals</a:t>
            </a:r>
          </a:p>
        </p:txBody>
      </p:sp>
      <p:sp>
        <p:nvSpPr>
          <p:cNvPr id="10" name="Double Brace 9">
            <a:extLst>
              <a:ext uri="{FF2B5EF4-FFF2-40B4-BE49-F238E27FC236}">
                <a16:creationId xmlns:a16="http://schemas.microsoft.com/office/drawing/2014/main" id="{D7CE8F06-E0EC-E6B6-654C-3789ED20E52F}"/>
              </a:ext>
            </a:extLst>
          </p:cNvPr>
          <p:cNvSpPr/>
          <p:nvPr/>
        </p:nvSpPr>
        <p:spPr>
          <a:xfrm>
            <a:off x="3684922" y="4308346"/>
            <a:ext cx="5888964" cy="797792"/>
          </a:xfrm>
          <a:prstGeom prst="bracePair">
            <a:avLst/>
          </a:prstGeom>
        </p:spPr>
        <p:style>
          <a:lnRef idx="2">
            <a:schemeClr val="accent1"/>
          </a:lnRef>
          <a:fillRef idx="0">
            <a:schemeClr val="accent1"/>
          </a:fillRef>
          <a:effectRef idx="1">
            <a:schemeClr val="accent1"/>
          </a:effectRef>
          <a:fontRef idx="minor">
            <a:schemeClr val="tx1"/>
          </a:fontRef>
        </p:style>
        <p:txBody>
          <a:bodyPr rtlCol="0" anchor="ctr"/>
          <a:lstStyle/>
          <a:p>
            <a:pPr algn="ctr"/>
            <a:r>
              <a:rPr lang="en-US" sz="2800" dirty="0">
                <a:latin typeface="Segoe UI Light" panose="020B0502040204020203" pitchFamily="34" charset="0"/>
                <a:cs typeface="Segoe UI Light" panose="020B0502040204020203" pitchFamily="34" charset="0"/>
              </a:rPr>
              <a:t>Designing UI for emotional tone</a:t>
            </a:r>
          </a:p>
        </p:txBody>
      </p:sp>
      <p:sp>
        <p:nvSpPr>
          <p:cNvPr id="11" name="Double Brace 10">
            <a:extLst>
              <a:ext uri="{FF2B5EF4-FFF2-40B4-BE49-F238E27FC236}">
                <a16:creationId xmlns:a16="http://schemas.microsoft.com/office/drawing/2014/main" id="{DE1E5101-F0FC-40A4-6225-37DEC71F4DAA}"/>
              </a:ext>
            </a:extLst>
          </p:cNvPr>
          <p:cNvSpPr/>
          <p:nvPr/>
        </p:nvSpPr>
        <p:spPr>
          <a:xfrm>
            <a:off x="498903" y="5311375"/>
            <a:ext cx="7671741" cy="797792"/>
          </a:xfrm>
          <a:prstGeom prst="bracePair">
            <a:avLst/>
          </a:prstGeom>
        </p:spPr>
        <p:style>
          <a:lnRef idx="2">
            <a:schemeClr val="accent1"/>
          </a:lnRef>
          <a:fillRef idx="0">
            <a:schemeClr val="accent1"/>
          </a:fillRef>
          <a:effectRef idx="1">
            <a:schemeClr val="accent1"/>
          </a:effectRef>
          <a:fontRef idx="minor">
            <a:schemeClr val="tx1"/>
          </a:fontRef>
        </p:style>
        <p:txBody>
          <a:bodyPr rtlCol="0" anchor="ctr"/>
          <a:lstStyle/>
          <a:p>
            <a:pPr algn="ctr"/>
            <a:r>
              <a:rPr lang="en-US" sz="2800" dirty="0">
                <a:latin typeface="Segoe UI Light" panose="020B0502040204020203" pitchFamily="34" charset="0"/>
                <a:cs typeface="Segoe UI Light" panose="020B0502040204020203" pitchFamily="34" charset="0"/>
              </a:rPr>
              <a:t>Balancing minimalism with engaging</a:t>
            </a:r>
          </a:p>
        </p:txBody>
      </p:sp>
      <p:pic>
        <p:nvPicPr>
          <p:cNvPr id="13" name="Camera 12">
            <a:extLst>
              <a:ext uri="{FF2B5EF4-FFF2-40B4-BE49-F238E27FC236}">
                <a16:creationId xmlns:a16="http://schemas.microsoft.com/office/drawing/2014/main" id="{7CE214F4-0EA7-FD5B-6D9D-3240E0B54B7B}"/>
              </a:ext>
            </a:extLst>
          </p:cNvPr>
          <p:cNvPicPr>
            <a:picLocks noChangeAspect="1"/>
            <a:extLst>
              <a:ext uri="{51228E76-BA90-4043-B771-695A4F85340A}">
                <alf:liveFeedProps xmlns:alf="http://schemas.microsoft.com/office/drawing/2021/livefeed"/>
              </a:ext>
            </a:extLst>
          </p:cNvPicPr>
          <p:nvPr/>
        </p:nvPicPr>
        <p:blipFill>
          <a:blip r:embed="rId3">
            <a:extLst>
              <a:ext uri="{96DAC541-7B7A-43D3-8B79-37D633B846F1}">
                <asvg:svgBlip xmlns:asvg="http://schemas.microsoft.com/office/drawing/2016/SVG/main" r:embed="rId4"/>
              </a:ext>
            </a:extLst>
          </a:blip>
          <a:stretch>
            <a:fillRect/>
          </a:stretch>
        </p:blipFill>
        <p:spPr>
          <a:xfrm>
            <a:off x="9638582" y="4356235"/>
            <a:ext cx="2057400" cy="2057400"/>
          </a:xfrm>
          <a:prstGeom prst="ellipse">
            <a:avLst/>
          </a:prstGeom>
        </p:spPr>
      </p:pic>
      <p:pic>
        <p:nvPicPr>
          <p:cNvPr id="14" name="Picture 13">
            <a:extLst>
              <a:ext uri="{FF2B5EF4-FFF2-40B4-BE49-F238E27FC236}">
                <a16:creationId xmlns:a16="http://schemas.microsoft.com/office/drawing/2014/main" id="{3BBB373A-C447-A432-4DA8-83446BC2F26E}"/>
              </a:ext>
            </a:extLst>
          </p:cNvPr>
          <p:cNvPicPr>
            <a:picLocks noChangeAspect="1"/>
          </p:cNvPicPr>
          <p:nvPr/>
        </p:nvPicPr>
        <p:blipFill>
          <a:blip r:embed="rId5">
            <a:alphaModFix amt="8000"/>
            <a:extLst>
              <a:ext uri="{BEBA8EAE-BF5A-486C-A8C5-ECC9F3942E4B}">
                <a14:imgProps xmlns:a14="http://schemas.microsoft.com/office/drawing/2010/main">
                  <a14:imgLayer r:embed="rId6">
                    <a14:imgEffect>
                      <a14:colorTemperature colorTemp="5154"/>
                    </a14:imgEffect>
                    <a14:imgEffect>
                      <a14:saturation sat="36000"/>
                    </a14:imgEffect>
                  </a14:imgLayer>
                </a14:imgProps>
              </a:ext>
              <a:ext uri="{28A0092B-C50C-407E-A947-70E740481C1C}">
                <a14:useLocalDpi xmlns:a14="http://schemas.microsoft.com/office/drawing/2010/main" val="0"/>
              </a:ext>
            </a:extLst>
          </a:blip>
          <a:srcRect/>
          <a:stretch/>
        </p:blipFill>
        <p:spPr>
          <a:xfrm>
            <a:off x="0" y="0"/>
            <a:ext cx="12177131" cy="6858000"/>
          </a:xfrm>
          <a:prstGeom prst="rect">
            <a:avLst/>
          </a:prstGeom>
        </p:spPr>
      </p:pic>
    </p:spTree>
    <p:extLst>
      <p:ext uri="{BB962C8B-B14F-4D97-AF65-F5344CB8AC3E}">
        <p14:creationId xmlns:p14="http://schemas.microsoft.com/office/powerpoint/2010/main" val="356125152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649F04-FDB0-CB74-42A3-F55B9FD0FFC9}"/>
              </a:ext>
            </a:extLst>
          </p:cNvPr>
          <p:cNvSpPr txBox="1">
            <a:spLocks/>
          </p:cNvSpPr>
          <p:nvPr/>
        </p:nvSpPr>
        <p:spPr>
          <a:xfrm>
            <a:off x="192902" y="195079"/>
            <a:ext cx="4801793" cy="1392181"/>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4800" dirty="0">
                <a:latin typeface="Bahnschrift" panose="020B0502040204020203" pitchFamily="34" charset="0"/>
              </a:rPr>
              <a:t>Future of </a:t>
            </a:r>
            <a:r>
              <a:rPr lang="en-US" sz="4800" i="1" dirty="0">
                <a:latin typeface="Bahnschrift" panose="020B0502040204020203" pitchFamily="34" charset="0"/>
              </a:rPr>
              <a:t>Echoes of Anna</a:t>
            </a:r>
          </a:p>
        </p:txBody>
      </p:sp>
      <p:cxnSp>
        <p:nvCxnSpPr>
          <p:cNvPr id="3" name="Straight Connector 2">
            <a:extLst>
              <a:ext uri="{FF2B5EF4-FFF2-40B4-BE49-F238E27FC236}">
                <a16:creationId xmlns:a16="http://schemas.microsoft.com/office/drawing/2014/main" id="{51A7B887-AD07-0482-5C6C-20244D310111}"/>
              </a:ext>
            </a:extLst>
          </p:cNvPr>
          <p:cNvCxnSpPr>
            <a:cxnSpLocks/>
          </p:cNvCxnSpPr>
          <p:nvPr/>
        </p:nvCxnSpPr>
        <p:spPr>
          <a:xfrm>
            <a:off x="0" y="1630881"/>
            <a:ext cx="12192000" cy="0"/>
          </a:xfrm>
          <a:prstGeom prst="line">
            <a:avLst/>
          </a:prstGeom>
          <a:ln w="3175"/>
        </p:spPr>
        <p:style>
          <a:lnRef idx="2">
            <a:schemeClr val="accent1"/>
          </a:lnRef>
          <a:fillRef idx="0">
            <a:schemeClr val="accent1"/>
          </a:fillRef>
          <a:effectRef idx="1">
            <a:schemeClr val="accent1"/>
          </a:effectRef>
          <a:fontRef idx="minor">
            <a:schemeClr val="tx1"/>
          </a:fontRef>
        </p:style>
      </p:cxnSp>
      <p:cxnSp>
        <p:nvCxnSpPr>
          <p:cNvPr id="4" name="Straight Connector 3">
            <a:extLst>
              <a:ext uri="{FF2B5EF4-FFF2-40B4-BE49-F238E27FC236}">
                <a16:creationId xmlns:a16="http://schemas.microsoft.com/office/drawing/2014/main" id="{502363C2-BBC5-6E7D-A8F9-6280AE83DCA1}"/>
              </a:ext>
            </a:extLst>
          </p:cNvPr>
          <p:cNvCxnSpPr>
            <a:cxnSpLocks/>
          </p:cNvCxnSpPr>
          <p:nvPr/>
        </p:nvCxnSpPr>
        <p:spPr>
          <a:xfrm>
            <a:off x="4994695" y="1481357"/>
            <a:ext cx="7197305" cy="0"/>
          </a:xfrm>
          <a:prstGeom prst="line">
            <a:avLst/>
          </a:prstGeom>
          <a:ln w="3175"/>
        </p:spPr>
        <p:style>
          <a:lnRef idx="2">
            <a:schemeClr val="accent1"/>
          </a:lnRef>
          <a:fillRef idx="0">
            <a:schemeClr val="accent1"/>
          </a:fillRef>
          <a:effectRef idx="1">
            <a:schemeClr val="accent1"/>
          </a:effectRef>
          <a:fontRef idx="minor">
            <a:schemeClr val="tx1"/>
          </a:fontRef>
        </p:style>
      </p:cxnSp>
      <p:cxnSp>
        <p:nvCxnSpPr>
          <p:cNvPr id="7" name="Straight Connector 6">
            <a:extLst>
              <a:ext uri="{FF2B5EF4-FFF2-40B4-BE49-F238E27FC236}">
                <a16:creationId xmlns:a16="http://schemas.microsoft.com/office/drawing/2014/main" id="{5F915114-5F4E-789C-D26C-D7F42C9459D3}"/>
              </a:ext>
            </a:extLst>
          </p:cNvPr>
          <p:cNvCxnSpPr>
            <a:cxnSpLocks/>
          </p:cNvCxnSpPr>
          <p:nvPr/>
        </p:nvCxnSpPr>
        <p:spPr>
          <a:xfrm>
            <a:off x="7996687" y="1340459"/>
            <a:ext cx="4195313" cy="0"/>
          </a:xfrm>
          <a:prstGeom prst="line">
            <a:avLst/>
          </a:prstGeom>
          <a:ln w="3175"/>
        </p:spPr>
        <p:style>
          <a:lnRef idx="2">
            <a:schemeClr val="accent1"/>
          </a:lnRef>
          <a:fillRef idx="0">
            <a:schemeClr val="accent1"/>
          </a:fillRef>
          <a:effectRef idx="1">
            <a:schemeClr val="accent1"/>
          </a:effectRef>
          <a:fontRef idx="minor">
            <a:schemeClr val="tx1"/>
          </a:fontRef>
        </p:style>
      </p:cxnSp>
      <p:sp>
        <p:nvSpPr>
          <p:cNvPr id="9" name="TextBox 8">
            <a:extLst>
              <a:ext uri="{FF2B5EF4-FFF2-40B4-BE49-F238E27FC236}">
                <a16:creationId xmlns:a16="http://schemas.microsoft.com/office/drawing/2014/main" id="{DD1F0944-BD9D-19E3-7FE2-45739F4A20FD}"/>
              </a:ext>
            </a:extLst>
          </p:cNvPr>
          <p:cNvSpPr txBox="1"/>
          <p:nvPr/>
        </p:nvSpPr>
        <p:spPr>
          <a:xfrm>
            <a:off x="429883" y="1736783"/>
            <a:ext cx="9404230" cy="4409349"/>
          </a:xfrm>
          <a:prstGeom prst="rect">
            <a:avLst/>
          </a:prstGeom>
          <a:noFill/>
        </p:spPr>
        <p:txBody>
          <a:bodyPr wrap="square" numCol="1" rtlCol="0">
            <a:spAutoFit/>
          </a:bodyPr>
          <a:lstStyle/>
          <a:p>
            <a:pPr marL="285750" indent="-285750">
              <a:lnSpc>
                <a:spcPct val="200000"/>
              </a:lnSpc>
              <a:buClr>
                <a:schemeClr val="accent1"/>
              </a:buClr>
              <a:buFont typeface="Abadi ExtraLight" panose="020B0204020104020204" pitchFamily="34" charset="0"/>
              <a:buChar char="&gt;"/>
            </a:pPr>
            <a:r>
              <a:rPr lang="en-US" sz="2400" dirty="0">
                <a:latin typeface="Segoe UI Light" panose="020B0502040204020203" pitchFamily="34" charset="0"/>
                <a:cs typeface="Segoe UI Light" panose="020B0502040204020203" pitchFamily="34" charset="0"/>
              </a:rPr>
              <a:t> Full branching with variable logic in Ink</a:t>
            </a:r>
          </a:p>
          <a:p>
            <a:pPr marL="285750" indent="-285750">
              <a:lnSpc>
                <a:spcPct val="200000"/>
              </a:lnSpc>
              <a:buClr>
                <a:schemeClr val="accent1"/>
              </a:buClr>
              <a:buFont typeface="Abadi ExtraLight" panose="020B0204020104020204" pitchFamily="34" charset="0"/>
              <a:buChar char="&gt;"/>
            </a:pPr>
            <a:r>
              <a:rPr lang="en-US" sz="2400" dirty="0">
                <a:latin typeface="Segoe UI Light" panose="020B0502040204020203" pitchFamily="34" charset="0"/>
                <a:cs typeface="Segoe UI Light" panose="020B0502040204020203" pitchFamily="34" charset="0"/>
              </a:rPr>
              <a:t> Acts II – IV</a:t>
            </a:r>
          </a:p>
          <a:p>
            <a:pPr marL="285750" indent="-285750">
              <a:lnSpc>
                <a:spcPct val="200000"/>
              </a:lnSpc>
              <a:buClr>
                <a:schemeClr val="accent1"/>
              </a:buClr>
              <a:buFont typeface="Abadi ExtraLight" panose="020B0204020104020204" pitchFamily="34" charset="0"/>
              <a:buChar char="&gt;"/>
            </a:pPr>
            <a:r>
              <a:rPr lang="en-US" sz="2400" dirty="0">
                <a:latin typeface="Segoe UI Light" panose="020B0502040204020203" pitchFamily="34" charset="0"/>
                <a:cs typeface="Segoe UI Light" panose="020B0502040204020203" pitchFamily="34" charset="0"/>
              </a:rPr>
              <a:t> More complex stacking consequences</a:t>
            </a:r>
          </a:p>
          <a:p>
            <a:pPr marL="285750" indent="-285750">
              <a:lnSpc>
                <a:spcPct val="200000"/>
              </a:lnSpc>
              <a:buClr>
                <a:schemeClr val="accent1"/>
              </a:buClr>
              <a:buFont typeface="Abadi ExtraLight" panose="020B0204020104020204" pitchFamily="34" charset="0"/>
              <a:buChar char="&gt;"/>
            </a:pPr>
            <a:r>
              <a:rPr lang="en-US" sz="2400" dirty="0">
                <a:latin typeface="Segoe UI Light" panose="020B0502040204020203" pitchFamily="34" charset="0"/>
                <a:cs typeface="Segoe UI Light" panose="020B0502040204020203" pitchFamily="34" charset="0"/>
              </a:rPr>
              <a:t> Fully integrated with playable Unity beta version\</a:t>
            </a:r>
          </a:p>
          <a:p>
            <a:pPr marL="285750" indent="-285750">
              <a:lnSpc>
                <a:spcPct val="200000"/>
              </a:lnSpc>
              <a:buClr>
                <a:schemeClr val="accent1"/>
              </a:buClr>
              <a:buFont typeface="Abadi ExtraLight" panose="020B0204020104020204" pitchFamily="34" charset="0"/>
              <a:buChar char="&gt;"/>
            </a:pPr>
            <a:r>
              <a:rPr lang="en-US" sz="2400" dirty="0">
                <a:latin typeface="Segoe UI Light" panose="020B0502040204020203" pitchFamily="34" charset="0"/>
                <a:cs typeface="Segoe UI Light" panose="020B0502040204020203" pitchFamily="34" charset="0"/>
              </a:rPr>
              <a:t> Much more polished beyond prototype</a:t>
            </a:r>
          </a:p>
          <a:p>
            <a:pPr marL="285750" indent="-285750">
              <a:lnSpc>
                <a:spcPct val="200000"/>
              </a:lnSpc>
              <a:buClr>
                <a:schemeClr val="accent1"/>
              </a:buClr>
              <a:buFont typeface="Abadi ExtraLight" panose="020B0204020104020204" pitchFamily="34" charset="0"/>
              <a:buChar char="&gt;"/>
            </a:pPr>
            <a:r>
              <a:rPr lang="en-US" sz="2400" dirty="0">
                <a:latin typeface="Segoe UI Light" panose="020B0502040204020203" pitchFamily="34" charset="0"/>
                <a:cs typeface="Segoe UI Light" panose="020B0502040204020203" pitchFamily="34" charset="0"/>
              </a:rPr>
              <a:t> Group of </a:t>
            </a:r>
            <a:r>
              <a:rPr lang="en-US" sz="2400" dirty="0" err="1">
                <a:latin typeface="Segoe UI Light" panose="020B0502040204020203" pitchFamily="34" charset="0"/>
                <a:cs typeface="Segoe UI Light" panose="020B0502040204020203" pitchFamily="34" charset="0"/>
              </a:rPr>
              <a:t>playtesters</a:t>
            </a:r>
            <a:endParaRPr lang="en-US" sz="2400" dirty="0">
              <a:latin typeface="Segoe UI Light" panose="020B0502040204020203" pitchFamily="34" charset="0"/>
              <a:cs typeface="Segoe UI Light" panose="020B0502040204020203" pitchFamily="34" charset="0"/>
            </a:endParaRPr>
          </a:p>
        </p:txBody>
      </p:sp>
      <p:pic>
        <p:nvPicPr>
          <p:cNvPr id="10" name="Camera 9">
            <a:extLst>
              <a:ext uri="{FF2B5EF4-FFF2-40B4-BE49-F238E27FC236}">
                <a16:creationId xmlns:a16="http://schemas.microsoft.com/office/drawing/2014/main" id="{0308C5B3-AD35-8C04-F3AD-7228666EC433}"/>
              </a:ext>
            </a:extLst>
          </p:cNvPr>
          <p:cNvPicPr>
            <a:picLocks noChangeAspect="1"/>
            <a:extLst>
              <a:ext uri="{51228E76-BA90-4043-B771-695A4F85340A}">
                <alf:liveFeedProps xmlns:alf="http://schemas.microsoft.com/office/drawing/2021/livefeed"/>
              </a:ext>
            </a:extLst>
          </p:cNvPicPr>
          <p:nvPr/>
        </p:nvPicPr>
        <p:blipFill>
          <a:blip r:embed="rId3">
            <a:extLst>
              <a:ext uri="{96DAC541-7B7A-43D3-8B79-37D633B846F1}">
                <asvg:svgBlip xmlns:asvg="http://schemas.microsoft.com/office/drawing/2016/SVG/main" r:embed="rId4"/>
              </a:ext>
            </a:extLst>
          </a:blip>
          <a:stretch>
            <a:fillRect/>
          </a:stretch>
        </p:blipFill>
        <p:spPr>
          <a:xfrm>
            <a:off x="9638582" y="4356235"/>
            <a:ext cx="2057400" cy="2057400"/>
          </a:xfrm>
          <a:prstGeom prst="ellipse">
            <a:avLst/>
          </a:prstGeom>
        </p:spPr>
      </p:pic>
      <p:pic>
        <p:nvPicPr>
          <p:cNvPr id="11" name="Picture 10">
            <a:extLst>
              <a:ext uri="{FF2B5EF4-FFF2-40B4-BE49-F238E27FC236}">
                <a16:creationId xmlns:a16="http://schemas.microsoft.com/office/drawing/2014/main" id="{1FC287F5-B30E-C230-56E0-FC8D64115A51}"/>
              </a:ext>
            </a:extLst>
          </p:cNvPr>
          <p:cNvPicPr>
            <a:picLocks noChangeAspect="1"/>
          </p:cNvPicPr>
          <p:nvPr/>
        </p:nvPicPr>
        <p:blipFill>
          <a:blip r:embed="rId5">
            <a:alphaModFix amt="8000"/>
            <a:extLst>
              <a:ext uri="{BEBA8EAE-BF5A-486C-A8C5-ECC9F3942E4B}">
                <a14:imgProps xmlns:a14="http://schemas.microsoft.com/office/drawing/2010/main">
                  <a14:imgLayer r:embed="rId6">
                    <a14:imgEffect>
                      <a14:colorTemperature colorTemp="5154"/>
                    </a14:imgEffect>
                    <a14:imgEffect>
                      <a14:saturation sat="36000"/>
                    </a14:imgEffect>
                  </a14:imgLayer>
                </a14:imgProps>
              </a:ext>
              <a:ext uri="{28A0092B-C50C-407E-A947-70E740481C1C}">
                <a14:useLocalDpi xmlns:a14="http://schemas.microsoft.com/office/drawing/2010/main" val="0"/>
              </a:ext>
            </a:extLst>
          </a:blip>
          <a:srcRect/>
          <a:stretch/>
        </p:blipFill>
        <p:spPr>
          <a:xfrm>
            <a:off x="0" y="0"/>
            <a:ext cx="12177131" cy="6858000"/>
          </a:xfrm>
          <a:prstGeom prst="rect">
            <a:avLst/>
          </a:prstGeom>
        </p:spPr>
      </p:pic>
    </p:spTree>
    <p:extLst>
      <p:ext uri="{BB962C8B-B14F-4D97-AF65-F5344CB8AC3E}">
        <p14:creationId xmlns:p14="http://schemas.microsoft.com/office/powerpoint/2010/main" val="247592385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68F410-2D72-3786-BDDA-EE01B2732C4C}"/>
              </a:ext>
            </a:extLst>
          </p:cNvPr>
          <p:cNvSpPr txBox="1">
            <a:spLocks/>
          </p:cNvSpPr>
          <p:nvPr/>
        </p:nvSpPr>
        <p:spPr>
          <a:xfrm>
            <a:off x="4158177" y="2770066"/>
            <a:ext cx="3875645" cy="658934"/>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4800" dirty="0">
                <a:latin typeface="Bahnschrift" panose="020B0502040204020203" pitchFamily="34" charset="0"/>
              </a:rPr>
              <a:t>Thank You</a:t>
            </a:r>
          </a:p>
        </p:txBody>
      </p:sp>
      <p:cxnSp>
        <p:nvCxnSpPr>
          <p:cNvPr id="3" name="Straight Connector 2">
            <a:extLst>
              <a:ext uri="{FF2B5EF4-FFF2-40B4-BE49-F238E27FC236}">
                <a16:creationId xmlns:a16="http://schemas.microsoft.com/office/drawing/2014/main" id="{8C3D80B6-898B-4BB0-A83A-70355A73BE91}"/>
              </a:ext>
            </a:extLst>
          </p:cNvPr>
          <p:cNvCxnSpPr>
            <a:cxnSpLocks/>
          </p:cNvCxnSpPr>
          <p:nvPr/>
        </p:nvCxnSpPr>
        <p:spPr>
          <a:xfrm>
            <a:off x="0" y="3614957"/>
            <a:ext cx="12192000" cy="0"/>
          </a:xfrm>
          <a:prstGeom prst="line">
            <a:avLst/>
          </a:prstGeom>
          <a:ln w="3175"/>
        </p:spPr>
        <p:style>
          <a:lnRef idx="2">
            <a:schemeClr val="accent1"/>
          </a:lnRef>
          <a:fillRef idx="0">
            <a:schemeClr val="accent1"/>
          </a:fillRef>
          <a:effectRef idx="1">
            <a:schemeClr val="accent1"/>
          </a:effectRef>
          <a:fontRef idx="minor">
            <a:schemeClr val="tx1"/>
          </a:fontRef>
        </p:style>
      </p:cxnSp>
      <p:cxnSp>
        <p:nvCxnSpPr>
          <p:cNvPr id="4" name="Straight Connector 3">
            <a:extLst>
              <a:ext uri="{FF2B5EF4-FFF2-40B4-BE49-F238E27FC236}">
                <a16:creationId xmlns:a16="http://schemas.microsoft.com/office/drawing/2014/main" id="{3471C992-91C1-B109-FD41-949E4981FCA6}"/>
              </a:ext>
            </a:extLst>
          </p:cNvPr>
          <p:cNvCxnSpPr>
            <a:cxnSpLocks/>
          </p:cNvCxnSpPr>
          <p:nvPr/>
        </p:nvCxnSpPr>
        <p:spPr>
          <a:xfrm>
            <a:off x="0" y="2620044"/>
            <a:ext cx="12192000" cy="0"/>
          </a:xfrm>
          <a:prstGeom prst="line">
            <a:avLst/>
          </a:prstGeom>
          <a:ln w="3175"/>
        </p:spPr>
        <p:style>
          <a:lnRef idx="2">
            <a:schemeClr val="accent1"/>
          </a:lnRef>
          <a:fillRef idx="0">
            <a:schemeClr val="accent1"/>
          </a:fillRef>
          <a:effectRef idx="1">
            <a:schemeClr val="accent1"/>
          </a:effectRef>
          <a:fontRef idx="minor">
            <a:schemeClr val="tx1"/>
          </a:fontRef>
        </p:style>
      </p:cxnSp>
      <p:pic>
        <p:nvPicPr>
          <p:cNvPr id="5" name="Camera 4">
            <a:extLst>
              <a:ext uri="{FF2B5EF4-FFF2-40B4-BE49-F238E27FC236}">
                <a16:creationId xmlns:a16="http://schemas.microsoft.com/office/drawing/2014/main" id="{9457D964-DC57-1613-FEF5-9645C26F1B44}"/>
              </a:ext>
            </a:extLst>
          </p:cNvPr>
          <p:cNvPicPr>
            <a:picLocks noChangeAspect="1"/>
            <a:extLst>
              <a:ext uri="{51228E76-BA90-4043-B771-695A4F85340A}">
                <alf:liveFeedProps xmlns:alf="http://schemas.microsoft.com/office/drawing/2021/livefeed"/>
              </a:ext>
            </a:extLst>
          </p:cNvPicPr>
          <p:nvPr/>
        </p:nvPicPr>
        <p:blipFill>
          <a:blip r:embed="rId3">
            <a:extLst>
              <a:ext uri="{96DAC541-7B7A-43D3-8B79-37D633B846F1}">
                <asvg:svgBlip xmlns:asvg="http://schemas.microsoft.com/office/drawing/2016/SVG/main" r:embed="rId4"/>
              </a:ext>
            </a:extLst>
          </a:blip>
          <a:stretch>
            <a:fillRect/>
          </a:stretch>
        </p:blipFill>
        <p:spPr>
          <a:xfrm>
            <a:off x="9638582" y="4356235"/>
            <a:ext cx="2057400" cy="2057400"/>
          </a:xfrm>
          <a:prstGeom prst="ellipse">
            <a:avLst/>
          </a:prstGeom>
        </p:spPr>
      </p:pic>
      <p:pic>
        <p:nvPicPr>
          <p:cNvPr id="6" name="Picture 5">
            <a:extLst>
              <a:ext uri="{FF2B5EF4-FFF2-40B4-BE49-F238E27FC236}">
                <a16:creationId xmlns:a16="http://schemas.microsoft.com/office/drawing/2014/main" id="{6E80D617-46CA-245A-39AE-EFE6AEF3F047}"/>
              </a:ext>
            </a:extLst>
          </p:cNvPr>
          <p:cNvPicPr>
            <a:picLocks noChangeAspect="1"/>
          </p:cNvPicPr>
          <p:nvPr/>
        </p:nvPicPr>
        <p:blipFill>
          <a:blip r:embed="rId5">
            <a:alphaModFix amt="8000"/>
            <a:extLst>
              <a:ext uri="{BEBA8EAE-BF5A-486C-A8C5-ECC9F3942E4B}">
                <a14:imgProps xmlns:a14="http://schemas.microsoft.com/office/drawing/2010/main">
                  <a14:imgLayer r:embed="rId6">
                    <a14:imgEffect>
                      <a14:colorTemperature colorTemp="5154"/>
                    </a14:imgEffect>
                    <a14:imgEffect>
                      <a14:saturation sat="36000"/>
                    </a14:imgEffect>
                  </a14:imgLayer>
                </a14:imgProps>
              </a:ext>
              <a:ext uri="{28A0092B-C50C-407E-A947-70E740481C1C}">
                <a14:useLocalDpi xmlns:a14="http://schemas.microsoft.com/office/drawing/2010/main" val="0"/>
              </a:ext>
            </a:extLst>
          </a:blip>
          <a:srcRect/>
          <a:stretch/>
        </p:blipFill>
        <p:spPr>
          <a:xfrm>
            <a:off x="0" y="0"/>
            <a:ext cx="12177131" cy="6858000"/>
          </a:xfrm>
          <a:prstGeom prst="rect">
            <a:avLst/>
          </a:prstGeom>
        </p:spPr>
      </p:pic>
    </p:spTree>
    <p:extLst>
      <p:ext uri="{BB962C8B-B14F-4D97-AF65-F5344CB8AC3E}">
        <p14:creationId xmlns:p14="http://schemas.microsoft.com/office/powerpoint/2010/main" val="2420587572"/>
      </p:ext>
    </p:extLst>
  </p:cSld>
  <p:clrMapOvr>
    <a:masterClrMapping/>
  </p:clrMapOvr>
</p:sld>
</file>

<file path=ppt/theme/theme1.xml><?xml version="1.0" encoding="utf-8"?>
<a:theme xmlns:a="http://schemas.openxmlformats.org/drawingml/2006/main" name="Office Theme">
  <a:themeElements>
    <a:clrScheme name="EOA">
      <a:dk1>
        <a:srgbClr val="0C0F0A"/>
      </a:dk1>
      <a:lt1>
        <a:srgbClr val="F2F2F2"/>
      </a:lt1>
      <a:dk2>
        <a:srgbClr val="0C0F0A"/>
      </a:dk2>
      <a:lt2>
        <a:srgbClr val="F2F2F2"/>
      </a:lt2>
      <a:accent1>
        <a:srgbClr val="4AF281"/>
      </a:accent1>
      <a:accent2>
        <a:srgbClr val="2E9E5D"/>
      </a:accent2>
      <a:accent3>
        <a:srgbClr val="196B24"/>
      </a:accent3>
      <a:accent4>
        <a:srgbClr val="B8B8B8"/>
      </a:accent4>
      <a:accent5>
        <a:srgbClr val="CC3300"/>
      </a:accent5>
      <a:accent6>
        <a:srgbClr val="4B303E"/>
      </a:accent6>
      <a:hlink>
        <a:srgbClr val="CC3300"/>
      </a:hlink>
      <a:folHlink>
        <a:srgbClr val="2E9E5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C0A3E416-13B0-4CFE-8B85-8989D8AEFB5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487</TotalTime>
  <Words>1073</Words>
  <Application>Microsoft Office PowerPoint</Application>
  <PresentationFormat>Widescreen</PresentationFormat>
  <Paragraphs>143</Paragraphs>
  <Slides>16</Slides>
  <Notes>16</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16</vt:i4>
      </vt:variant>
    </vt:vector>
  </HeadingPairs>
  <TitlesOfParts>
    <vt:vector size="26" baseType="lpstr">
      <vt:lpstr>Abadi ExtraLight</vt:lpstr>
      <vt:lpstr>Aptos</vt:lpstr>
      <vt:lpstr>Aptos Display</vt:lpstr>
      <vt:lpstr>Arial</vt:lpstr>
      <vt:lpstr>Bahnschrift</vt:lpstr>
      <vt:lpstr>Bahnschrift SemiBold</vt:lpstr>
      <vt:lpstr>Segoe UI Light</vt:lpstr>
      <vt:lpstr>Segoe UI Semilight</vt:lpstr>
      <vt:lpstr>White Rabbit</vt:lpstr>
      <vt:lpstr>Office Theme</vt:lpstr>
      <vt:lpstr>Echoes of Anna</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Brittany H Woodard</dc:creator>
  <cp:lastModifiedBy>Brittany H Woodard</cp:lastModifiedBy>
  <cp:revision>19</cp:revision>
  <dcterms:created xsi:type="dcterms:W3CDTF">2025-12-01T06:49:41Z</dcterms:created>
  <dcterms:modified xsi:type="dcterms:W3CDTF">2025-12-02T06:29:21Z</dcterms:modified>
</cp:coreProperties>
</file>